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5"/>
  </p:notesMasterIdLst>
  <p:sldIdLst>
    <p:sldId id="256" r:id="rId3"/>
    <p:sldId id="257" r:id="rId4"/>
    <p:sldId id="262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66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>
            <a:extLst>
              <a:ext uri="{FF2B5EF4-FFF2-40B4-BE49-F238E27FC236}">
                <a16:creationId xmlns:a16="http://schemas.microsoft.com/office/drawing/2014/main" id="{4E9493E8-82D2-FB55-936E-D7D23460CC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228" y="685800"/>
            <a:ext cx="4572228" cy="3429000"/>
          </a:xfrm>
          <a:prstGeom prst="rect">
            <a:avLst/>
          </a:prstGeom>
          <a:noFill/>
          <a:ln w="9528" cap="flat">
            <a:solidFill>
              <a:srgbClr val="000000"/>
            </a:solidFill>
            <a:prstDash val="solid"/>
            <a:round/>
          </a:ln>
        </p:spPr>
      </p:sp>
      <p:sp>
        <p:nvSpPr>
          <p:cNvPr id="3" name="Google Shape;4;n">
            <a:extLst>
              <a:ext uri="{FF2B5EF4-FFF2-40B4-BE49-F238E27FC236}">
                <a16:creationId xmlns:a16="http://schemas.microsoft.com/office/drawing/2014/main" id="{30B9D47F-17F9-9F05-0F30-D54292763F73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t" anchorCtr="0" compatLnSpc="1">
            <a:noAutofit/>
          </a:bodyPr>
          <a:lstStyle/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9960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457200" marR="0" lvl="0" indent="-298451" algn="l" defTabSz="914400" rtl="0" fontAlgn="auto" hangingPunct="1">
      <a:lnSpc>
        <a:spcPct val="100000"/>
      </a:lnSpc>
      <a:spcBef>
        <a:spcPts val="0"/>
      </a:spcBef>
      <a:spcAft>
        <a:spcPts val="0"/>
      </a:spcAft>
      <a:buClr>
        <a:srgbClr val="000000"/>
      </a:buClr>
      <a:buSzPts val="1100"/>
      <a:buFont typeface="Arial"/>
      <a:buChar char="●"/>
      <a:tabLst/>
      <a:defRPr lang="pt-BR" sz="1100" b="0" i="0" u="none" strike="noStrike" kern="0" cap="none" spc="0" baseline="0">
        <a:solidFill>
          <a:srgbClr val="000000"/>
        </a:solidFill>
        <a:uFillTx/>
        <a:latin typeface="Arial"/>
        <a:ea typeface="Arial"/>
        <a:cs typeface="Arial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7;p1:notes">
            <a:extLst>
              <a:ext uri="{FF2B5EF4-FFF2-40B4-BE49-F238E27FC236}">
                <a16:creationId xmlns:a16="http://schemas.microsoft.com/office/drawing/2014/main" id="{BCEBBE30-44D2-9E4A-7C03-D747A5A0544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Google Shape;118;p1:notes">
            <a:extLst>
              <a:ext uri="{FF2B5EF4-FFF2-40B4-BE49-F238E27FC236}">
                <a16:creationId xmlns:a16="http://schemas.microsoft.com/office/drawing/2014/main" id="{387DDFA9-1060-B446-7312-105412035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5;g48ea4a73d27503e9_0:notes">
            <a:extLst>
              <a:ext uri="{FF2B5EF4-FFF2-40B4-BE49-F238E27FC236}">
                <a16:creationId xmlns:a16="http://schemas.microsoft.com/office/drawing/2014/main" id="{5B0C5183-7BD7-F10D-8ABA-6DF4591C9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26;g48ea4a73d27503e9_0:notes">
            <a:extLst>
              <a:ext uri="{FF2B5EF4-FFF2-40B4-BE49-F238E27FC236}">
                <a16:creationId xmlns:a16="http://schemas.microsoft.com/office/drawing/2014/main" id="{11AC5C1D-9A0B-B159-F870-C9CA1620204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99816189-5EB9-7311-3810-57DEFD701C6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EAB4C01F-4D3B-3498-5856-B5B26D67E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7744979-CF4D-4E08-4A5F-1C7DA4844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7DE5482F-35BD-70FE-10A5-534D99FCC08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096A9A8F-96B7-32F9-B16D-3EE71E76E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1630374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3CF5A74-98CE-6D88-3C6C-5D2BBE74D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5F988711-B6DC-9DBA-FF5E-F9DBBB9F1A9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FB942E8F-2A4D-5626-E7BF-E59EC4F1B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1481010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C928AF3-FAE5-E0AD-3C01-3BD239D2F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DFBCA77A-D5AD-121F-5B54-45D7A7F3FDB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BC5536AC-27A1-E1E5-CBE7-BC73DCB10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1332837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A6359C-B885-9821-EC68-6A056A1AF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6F760F86-CE95-319D-228F-CD576368B0C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34F73BC2-783A-FB17-D60D-54CC897DB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1109906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5A68722-D6EC-239F-9A5D-BC0540956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E81B6C19-6F72-197B-7FC6-CDFA84A1F73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E9C65795-74EE-2367-0E01-6F28353CC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4234071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EC009AE-A47B-8EA8-CB27-91FF19310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7D281F46-27E6-BCE6-8FF8-E794C40632A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8697E836-954D-60E6-BD35-94EF50558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35294486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F4D8A18-1E9B-80AC-6FC6-4588D4DD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858B7829-1790-899C-D1CB-9A466D1A238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FDE8C50B-BD91-7AE7-E9CF-504AFBD8C9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2643856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9761FCA-9D55-AEB3-FD9D-026F4BBD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C42A6A8F-2A16-41FE-AF9E-94726B2173F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DB6A8CBD-9E5C-C399-D071-9B1A3973F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3370941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3F3A03-BE9F-A9A9-A956-9FF31B096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69B82FFE-C596-E6EF-5EB0-DF714048619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4F56D81F-0EAA-BC6A-53A3-E61539952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26936546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47F0D0-BA0F-44B9-D582-35CB5BE26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34EC697E-9CDB-E4AB-6D13-23C6CDD8B64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43D70112-D381-0E63-DA57-D2EDE5733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859256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B7B77F7-E731-CB0D-F446-C499D9F0F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AB3DAC74-D513-3131-CDA1-335F6AC5156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671CF08E-4F4C-F50F-CC77-97E573EE3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27332648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7B5F975-4C36-C18F-7E38-D032B6C63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B406D066-1465-D638-A0B3-3D69092C470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2FE391BA-4D75-28EB-53F3-83BBF7A763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39033673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EB26F7C-41AC-588B-2603-0F88E3714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4C5C5C4F-3853-F4D7-96E9-A63C0751EFA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CD7449AD-CD16-0A1E-5C5C-EF8292CC6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27936678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EAC70F8-DA2B-25CD-6927-60F5E65C9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33F72114-9531-32DD-FCEA-4F81F5998F6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D47C3B4D-7959-1787-681D-E5F3EA7FD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34856995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35B13B-E555-98FA-D2A5-D49FB4592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B1A9F40F-6483-D1FA-AEAA-0F12E5DE056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6C0D6516-8D1C-BD04-82C7-4A6A4C407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34825742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E5CFDB0-7EBF-F8E9-1A6C-7782DFC20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D5EC3552-5048-CBED-9225-F9F88C03A02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27D565D1-82BB-20A4-8F52-C8DA1181A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22375997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AC9A945-C378-B80A-AF4F-ACF367AC4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01D4556F-012C-B669-D923-18D0B7C8D76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009CDAED-FF19-D69B-A260-E5F448277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26318458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4A61CA-4EDE-63F9-1DEE-90545E72F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C88B76E2-3E8B-9EDD-F75F-6B31B5A5D6E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CF2044FD-7185-5B76-D514-C0B066DEE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41814662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9;p7:notes">
            <a:extLst>
              <a:ext uri="{FF2B5EF4-FFF2-40B4-BE49-F238E27FC236}">
                <a16:creationId xmlns:a16="http://schemas.microsoft.com/office/drawing/2014/main" id="{5F3E89D0-D395-F7C6-4FD3-620196F399D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Google Shape;190;p7:notes">
            <a:extLst>
              <a:ext uri="{FF2B5EF4-FFF2-40B4-BE49-F238E27FC236}">
                <a16:creationId xmlns:a16="http://schemas.microsoft.com/office/drawing/2014/main" id="{B7BCC6E2-5811-051B-A653-460F03AE5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336870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3864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061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D20E9015-26C7-15F9-231D-403AA58D22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09635" y="2712238"/>
            <a:ext cx="4462198" cy="1655640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4751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646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1731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;p8">
            <a:extLst>
              <a:ext uri="{FF2B5EF4-FFF2-40B4-BE49-F238E27FC236}">
                <a16:creationId xmlns:a16="http://schemas.microsoft.com/office/drawing/2014/main" id="{68598C76-922E-EAEA-F60E-CAECFF689A0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09635" y="2712238"/>
            <a:ext cx="4462198" cy="1655640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3" name="Google Shape;31;p8">
            <a:extLst>
              <a:ext uri="{FF2B5EF4-FFF2-40B4-BE49-F238E27FC236}">
                <a16:creationId xmlns:a16="http://schemas.microsoft.com/office/drawing/2014/main" id="{B364E01D-6EB1-B3BD-D64C-D590DCB6223B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1523884" y="3576959"/>
            <a:ext cx="4462198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0332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5;p9">
            <a:extLst>
              <a:ext uri="{FF2B5EF4-FFF2-40B4-BE49-F238E27FC236}">
                <a16:creationId xmlns:a16="http://schemas.microsoft.com/office/drawing/2014/main" id="{2A805422-0ADC-3FD7-1DB8-D6AA98FCB7F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09635" y="2712238"/>
            <a:ext cx="4462198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3" name="Google Shape;36;p9">
            <a:extLst>
              <a:ext uri="{FF2B5EF4-FFF2-40B4-BE49-F238E27FC236}">
                <a16:creationId xmlns:a16="http://schemas.microsoft.com/office/drawing/2014/main" id="{FD6DB490-C6E4-62F7-8AF7-2551A6B94725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209635" y="3576959"/>
            <a:ext cx="4462198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11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0;p10">
            <a:extLst>
              <a:ext uri="{FF2B5EF4-FFF2-40B4-BE49-F238E27FC236}">
                <a16:creationId xmlns:a16="http://schemas.microsoft.com/office/drawing/2014/main" id="{04D830E0-A663-9F52-1BEA-433C623D5699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209635" y="2712238"/>
            <a:ext cx="4462198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3" name="Google Shape;41;p10">
            <a:extLst>
              <a:ext uri="{FF2B5EF4-FFF2-40B4-BE49-F238E27FC236}">
                <a16:creationId xmlns:a16="http://schemas.microsoft.com/office/drawing/2014/main" id="{08FC1D83-3A7F-778B-D792-0D63DE68F1D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523884" y="3576959"/>
            <a:ext cx="9144000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5488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11">
            <a:extLst>
              <a:ext uri="{FF2B5EF4-FFF2-40B4-BE49-F238E27FC236}">
                <a16:creationId xmlns:a16="http://schemas.microsoft.com/office/drawing/2014/main" id="{A5DF09CC-4CD2-2F92-0D1E-2B6C7BE4375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523884" y="3576959"/>
            <a:ext cx="9144000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570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;p12">
            <a:extLst>
              <a:ext uri="{FF2B5EF4-FFF2-40B4-BE49-F238E27FC236}">
                <a16:creationId xmlns:a16="http://schemas.microsoft.com/office/drawing/2014/main" id="{C9A8A4EA-1614-CF75-97C0-C9A5B90D91B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09635" y="2712238"/>
            <a:ext cx="4462198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3" name="Google Shape;50;p12">
            <a:extLst>
              <a:ext uri="{FF2B5EF4-FFF2-40B4-BE49-F238E27FC236}">
                <a16:creationId xmlns:a16="http://schemas.microsoft.com/office/drawing/2014/main" id="{59906DCE-D635-29B7-D184-1FFE6FF64887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1523884" y="3576959"/>
            <a:ext cx="4462198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4" name="Google Shape;51;p12">
            <a:extLst>
              <a:ext uri="{FF2B5EF4-FFF2-40B4-BE49-F238E27FC236}">
                <a16:creationId xmlns:a16="http://schemas.microsoft.com/office/drawing/2014/main" id="{807EAE9F-B6AC-0D5A-0053-8AF288C42D2D}"/>
              </a:ext>
            </a:extLst>
          </p:cNvPr>
          <p:cNvSpPr txBox="1">
            <a:spLocks noGrp="1"/>
          </p:cNvSpPr>
          <p:nvPr>
            <p:ph idx="3"/>
          </p:nvPr>
        </p:nvSpPr>
        <p:spPr>
          <a:xfrm>
            <a:off x="6209635" y="3576959"/>
            <a:ext cx="4462198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7249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0FB80577-D400-7534-3840-0EF2A495133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15562" y="2712238"/>
            <a:ext cx="2944084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3" name="Google Shape;56;p13">
            <a:extLst>
              <a:ext uri="{FF2B5EF4-FFF2-40B4-BE49-F238E27FC236}">
                <a16:creationId xmlns:a16="http://schemas.microsoft.com/office/drawing/2014/main" id="{7EC6C6AD-0886-9DDB-88FE-30D382CCEAA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707239" y="2712238"/>
            <a:ext cx="2944084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4" name="Google Shape;57;p13">
            <a:extLst>
              <a:ext uri="{FF2B5EF4-FFF2-40B4-BE49-F238E27FC236}">
                <a16:creationId xmlns:a16="http://schemas.microsoft.com/office/drawing/2014/main" id="{449E633E-8B35-D5F7-CB16-A17CACE00DF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523884" y="3576959"/>
            <a:ext cx="2944084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32763305-74C8-E5EC-D1CF-287FC33E324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15562" y="3576959"/>
            <a:ext cx="2944084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6" name="Google Shape;59;p13">
            <a:extLst>
              <a:ext uri="{FF2B5EF4-FFF2-40B4-BE49-F238E27FC236}">
                <a16:creationId xmlns:a16="http://schemas.microsoft.com/office/drawing/2014/main" id="{C90B8980-ABE7-15AF-DC02-27732FE4061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707239" y="3576959"/>
            <a:ext cx="2944084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72760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01409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1185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03282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9573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7322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8813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5371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1;p22">
            <a:extLst>
              <a:ext uri="{FF2B5EF4-FFF2-40B4-BE49-F238E27FC236}">
                <a16:creationId xmlns:a16="http://schemas.microsoft.com/office/drawing/2014/main" id="{28509A83-CB32-BB1B-4794-008E5643CA9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523884" y="3576959"/>
            <a:ext cx="4462198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27492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;p23">
            <a:extLst>
              <a:ext uri="{FF2B5EF4-FFF2-40B4-BE49-F238E27FC236}">
                <a16:creationId xmlns:a16="http://schemas.microsoft.com/office/drawing/2014/main" id="{2361E176-D799-90FA-F883-2A5F1330075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09635" y="3576959"/>
            <a:ext cx="4462198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19853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1;p24">
            <a:extLst>
              <a:ext uri="{FF2B5EF4-FFF2-40B4-BE49-F238E27FC236}">
                <a16:creationId xmlns:a16="http://schemas.microsoft.com/office/drawing/2014/main" id="{BF6663E7-8AD8-E986-C4F3-8BEA45EB96E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1523884" y="3576959"/>
            <a:ext cx="9144000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66494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6;p25">
            <a:extLst>
              <a:ext uri="{FF2B5EF4-FFF2-40B4-BE49-F238E27FC236}">
                <a16:creationId xmlns:a16="http://schemas.microsoft.com/office/drawing/2014/main" id="{DFBF2AA3-6714-1FA8-6B57-BA7DAF11B92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523884" y="3576959"/>
            <a:ext cx="4462198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3" name="Google Shape;107;p25">
            <a:extLst>
              <a:ext uri="{FF2B5EF4-FFF2-40B4-BE49-F238E27FC236}">
                <a16:creationId xmlns:a16="http://schemas.microsoft.com/office/drawing/2014/main" id="{88B168E6-B04A-EA67-6DCB-321AAF4732C1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209635" y="3576959"/>
            <a:ext cx="4462198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0838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2;p26">
            <a:extLst>
              <a:ext uri="{FF2B5EF4-FFF2-40B4-BE49-F238E27FC236}">
                <a16:creationId xmlns:a16="http://schemas.microsoft.com/office/drawing/2014/main" id="{9FE2C31F-BA06-4585-F50E-806C2C1E2C4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707239" y="2712238"/>
            <a:ext cx="2944084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3" name="Google Shape;113;p26">
            <a:extLst>
              <a:ext uri="{FF2B5EF4-FFF2-40B4-BE49-F238E27FC236}">
                <a16:creationId xmlns:a16="http://schemas.microsoft.com/office/drawing/2014/main" id="{2278BA5C-60D5-4A85-F2FB-54758D24A5B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523884" y="3576959"/>
            <a:ext cx="2944084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4" name="Google Shape;114;p26">
            <a:extLst>
              <a:ext uri="{FF2B5EF4-FFF2-40B4-BE49-F238E27FC236}">
                <a16:creationId xmlns:a16="http://schemas.microsoft.com/office/drawing/2014/main" id="{E8FC5CC4-1B95-C2AF-7B3A-DE0A711C81E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15562" y="3576959"/>
            <a:ext cx="2944084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5" name="Google Shape;115;p26">
            <a:extLst>
              <a:ext uri="{FF2B5EF4-FFF2-40B4-BE49-F238E27FC236}">
                <a16:creationId xmlns:a16="http://schemas.microsoft.com/office/drawing/2014/main" id="{B3AB3E2F-3119-530B-40C6-CC036A3EDEE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707239" y="3576959"/>
            <a:ext cx="2944084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1696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>
            <a:extLst>
              <a:ext uri="{FF2B5EF4-FFF2-40B4-BE49-F238E27FC236}">
                <a16:creationId xmlns:a16="http://schemas.microsoft.com/office/drawing/2014/main" id="{066A7356-CEDF-0238-6B03-604C27D4EFD5}"/>
              </a:ext>
            </a:extLst>
          </p:cNvPr>
          <p:cNvSpPr/>
          <p:nvPr/>
        </p:nvSpPr>
        <p:spPr>
          <a:xfrm>
            <a:off x="0" y="0"/>
            <a:ext cx="12192115" cy="208044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222C5F"/>
          </a:solidFill>
          <a:ln w="9528" cap="flat">
            <a:solidFill>
              <a:srgbClr val="5B9BD5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8AF58AD5-714C-A484-E8DB-66CA204203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3884" y="0"/>
            <a:ext cx="9144000" cy="208044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45701" rIns="91421" bIns="45701" anchor="ctr" anchorCtr="1" compatLnSpc="1">
            <a:normAutofit/>
          </a:bodyPr>
          <a:lstStyle/>
          <a:p>
            <a:pPr lvl="0"/>
            <a:endParaRPr lang="pt-BR"/>
          </a:p>
        </p:txBody>
      </p:sp>
      <p:grpSp>
        <p:nvGrpSpPr>
          <p:cNvPr id="4" name="Google Shape;8;p1">
            <a:extLst>
              <a:ext uri="{FF2B5EF4-FFF2-40B4-BE49-F238E27FC236}">
                <a16:creationId xmlns:a16="http://schemas.microsoft.com/office/drawing/2014/main" id="{7D4C3B09-6D09-A6F1-66C1-F3FB83DCDEDD}"/>
              </a:ext>
            </a:extLst>
          </p:cNvPr>
          <p:cNvGrpSpPr/>
          <p:nvPr/>
        </p:nvGrpSpPr>
        <p:grpSpPr>
          <a:xfrm>
            <a:off x="3540959" y="5656679"/>
            <a:ext cx="5109840" cy="851041"/>
            <a:chOff x="3540959" y="5656679"/>
            <a:chExt cx="5109840" cy="851041"/>
          </a:xfrm>
        </p:grpSpPr>
        <p:pic>
          <p:nvPicPr>
            <p:cNvPr id="5" name="Google Shape;9;p1" descr="Uma imagem contendo clip-art&#10;&#10;Descrição gerada com muito alta confiança">
              <a:extLst>
                <a:ext uri="{FF2B5EF4-FFF2-40B4-BE49-F238E27FC236}">
                  <a16:creationId xmlns:a16="http://schemas.microsoft.com/office/drawing/2014/main" id="{184DCE31-3D0B-4E55-8004-1C4F85EFC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alphaModFix/>
            </a:blip>
            <a:srcRect/>
            <a:stretch>
              <a:fillRect/>
            </a:stretch>
          </p:blipFill>
          <p:spPr>
            <a:xfrm>
              <a:off x="3540959" y="5656679"/>
              <a:ext cx="1772637" cy="851041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6" name="Google Shape;10;p1">
              <a:extLst>
                <a:ext uri="{FF2B5EF4-FFF2-40B4-BE49-F238E27FC236}">
                  <a16:creationId xmlns:a16="http://schemas.microsoft.com/office/drawing/2014/main" id="{1644870E-A2D6-5C40-C8C8-19C0CC33B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/>
            </a:blip>
            <a:srcRect l="5422" t="19097" r="7273" b="19097"/>
            <a:stretch>
              <a:fillRect/>
            </a:stretch>
          </p:blipFill>
          <p:spPr>
            <a:xfrm>
              <a:off x="6256077" y="5656679"/>
              <a:ext cx="2394722" cy="851041"/>
            </a:xfrm>
            <a:prstGeom prst="rect">
              <a:avLst/>
            </a:prstGeom>
            <a:noFill/>
            <a:ln cap="flat">
              <a:noFill/>
            </a:ln>
          </p:spPr>
        </p:pic>
      </p:grpSp>
      <p:sp>
        <p:nvSpPr>
          <p:cNvPr id="7" name="Google Shape;11;p1">
            <a:extLst>
              <a:ext uri="{FF2B5EF4-FFF2-40B4-BE49-F238E27FC236}">
                <a16:creationId xmlns:a16="http://schemas.microsoft.com/office/drawing/2014/main" id="{C32C2BF4-F0B6-F8BD-4F57-19856098B6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484" y="1604515"/>
            <a:ext cx="10972443" cy="39772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pt-BR" sz="1800" b="0" i="0" u="none" strike="noStrike" kern="0" cap="none" spc="0" baseline="0">
          <a:solidFill>
            <a:srgbClr val="000000"/>
          </a:solidFill>
          <a:uFillTx/>
          <a:latin typeface="Arial"/>
          <a:ea typeface="Arial"/>
          <a:cs typeface="Arial"/>
        </a:defRPr>
      </a:lvl1pPr>
    </p:titleStyle>
    <p:bodyStyle>
      <a:lvl1pPr marL="457200" marR="0" lvl="0" indent="-22860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pt-BR" sz="1800" b="0" i="0" u="none" strike="noStrike" kern="0" cap="none" spc="0" baseline="0">
          <a:solidFill>
            <a:srgbClr val="000000"/>
          </a:solidFill>
          <a:uFillTx/>
          <a:latin typeface="Arial"/>
          <a:ea typeface="Arial"/>
          <a:cs typeface="Arial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pt-BR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pt-BR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pt-BR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pt-BR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8ABCEB63-0970-6ED8-F6C3-3E05AC1EB3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084" y="1272597"/>
            <a:ext cx="10515600" cy="49042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lvl="0"/>
            <a:endParaRPr lang="pt-BR"/>
          </a:p>
        </p:txBody>
      </p:sp>
      <p:sp>
        <p:nvSpPr>
          <p:cNvPr id="3" name="Google Shape;62;p14">
            <a:extLst>
              <a:ext uri="{FF2B5EF4-FFF2-40B4-BE49-F238E27FC236}">
                <a16:creationId xmlns:a16="http://schemas.microsoft.com/office/drawing/2014/main" id="{1AC80304-6F54-37BA-CFD8-9B95EF8F9FB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t-BR" sz="1200" b="0" i="0" u="none" strike="noStrike" kern="0" cap="none" spc="0" baseline="0">
                <a:solidFill>
                  <a:srgbClr val="888888"/>
                </a:solidFill>
                <a:uFillTx/>
                <a:latin typeface="Calibri"/>
                <a:ea typeface="Calibri"/>
                <a:cs typeface="Calibri"/>
              </a:defRPr>
            </a:lvl1pPr>
          </a:lstStyle>
          <a:p>
            <a:pPr lvl="0"/>
            <a:fld id="{56F777FA-2A26-4046-B611-51611A8858DE}" type="slidenum">
              <a:t>‹nº›</a:t>
            </a:fld>
            <a:endParaRPr lang="pt-BR"/>
          </a:p>
        </p:txBody>
      </p:sp>
      <p:sp>
        <p:nvSpPr>
          <p:cNvPr id="4" name="Google Shape;63;p14">
            <a:extLst>
              <a:ext uri="{FF2B5EF4-FFF2-40B4-BE49-F238E27FC236}">
                <a16:creationId xmlns:a16="http://schemas.microsoft.com/office/drawing/2014/main" id="{E981D742-FA71-7EE3-72DF-6361AADED787}"/>
              </a:ext>
            </a:extLst>
          </p:cNvPr>
          <p:cNvSpPr/>
          <p:nvPr/>
        </p:nvSpPr>
        <p:spPr>
          <a:xfrm>
            <a:off x="-11521" y="0"/>
            <a:ext cx="10338480" cy="9144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0F216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Google Shape;64;p14">
            <a:extLst>
              <a:ext uri="{FF2B5EF4-FFF2-40B4-BE49-F238E27FC236}">
                <a16:creationId xmlns:a16="http://schemas.microsoft.com/office/drawing/2014/main" id="{620A20F9-4E2F-180F-DC47-6CC3B6BDD54A}"/>
              </a:ext>
            </a:extLst>
          </p:cNvPr>
          <p:cNvSpPr/>
          <p:nvPr/>
        </p:nvSpPr>
        <p:spPr>
          <a:xfrm>
            <a:off x="10327681" y="0"/>
            <a:ext cx="914400" cy="9144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3"/>
                </a:moveTo>
                <a:lnTo>
                  <a:pt x="f2" y="f2"/>
                </a:lnTo>
                <a:lnTo>
                  <a:pt x="f3" y="f3"/>
                </a:lnTo>
                <a:close/>
              </a:path>
            </a:pathLst>
          </a:custGeom>
          <a:solidFill>
            <a:srgbClr val="0F21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Google Shape;65;p14">
            <a:extLst>
              <a:ext uri="{FF2B5EF4-FFF2-40B4-BE49-F238E27FC236}">
                <a16:creationId xmlns:a16="http://schemas.microsoft.com/office/drawing/2014/main" id="{04FA80BB-B212-B974-9531-B1784A52F482}"/>
              </a:ext>
            </a:extLst>
          </p:cNvPr>
          <p:cNvSpPr txBox="1">
            <a:spLocks noGrp="1"/>
          </p:cNvSpPr>
          <p:nvPr>
            <p:ph type="title" sz="quarter" idx="4294967295"/>
          </p:nvPr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lvl="0"/>
            <a:endParaRPr lang="pt-BR"/>
          </a:p>
        </p:txBody>
      </p:sp>
      <p:pic>
        <p:nvPicPr>
          <p:cNvPr id="7" name="Google Shape;66;p14">
            <a:extLst>
              <a:ext uri="{FF2B5EF4-FFF2-40B4-BE49-F238E27FC236}">
                <a16:creationId xmlns:a16="http://schemas.microsoft.com/office/drawing/2014/main" id="{6F67C269-9632-6EA2-D646-3DAD1DE8FCF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/>
          </a:blip>
          <a:srcRect/>
          <a:stretch>
            <a:fillRect/>
          </a:stretch>
        </p:blipFill>
        <p:spPr>
          <a:xfrm>
            <a:off x="11375282" y="77403"/>
            <a:ext cx="718562" cy="75744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Google Shape;67;p14">
            <a:extLst>
              <a:ext uri="{FF2B5EF4-FFF2-40B4-BE49-F238E27FC236}">
                <a16:creationId xmlns:a16="http://schemas.microsoft.com/office/drawing/2014/main" id="{80E941DA-6278-FCB1-AF21-A01C8F9FB9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484" y="1604515"/>
            <a:ext cx="10972443" cy="39772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pt-BR" sz="1800" b="0" i="0" u="none" strike="noStrike" kern="0" cap="none" spc="0" baseline="0">
          <a:solidFill>
            <a:srgbClr val="000000"/>
          </a:solidFill>
          <a:uFillTx/>
          <a:latin typeface="Arial"/>
          <a:ea typeface="Arial"/>
          <a:cs typeface="Arial"/>
        </a:defRPr>
      </a:lvl1pPr>
    </p:titleStyle>
    <p:bodyStyle>
      <a:lvl1pPr marL="457200" marR="0" lvl="0" indent="-22860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pt-BR" sz="1800" b="0" i="0" u="none" strike="noStrike" kern="0" cap="none" spc="0" baseline="0">
          <a:solidFill>
            <a:srgbClr val="000000"/>
          </a:solidFill>
          <a:uFillTx/>
          <a:latin typeface="Arial"/>
          <a:ea typeface="Arial"/>
          <a:cs typeface="Arial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pt-BR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pt-BR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pt-BR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pt-BR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0;p27">
            <a:extLst>
              <a:ext uri="{FF2B5EF4-FFF2-40B4-BE49-F238E27FC236}">
                <a16:creationId xmlns:a16="http://schemas.microsoft.com/office/drawing/2014/main" id="{54072B48-346B-AAC4-F32D-767B91133F23}"/>
              </a:ext>
            </a:extLst>
          </p:cNvPr>
          <p:cNvSpPr txBox="1"/>
          <p:nvPr/>
        </p:nvSpPr>
        <p:spPr>
          <a:xfrm>
            <a:off x="1001880" y="2177277"/>
            <a:ext cx="10187997" cy="384371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32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3000" b="1" kern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Estudo sobre o </a:t>
            </a:r>
            <a:r>
              <a:rPr lang="pt-BR" sz="30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IP EF_TMR32</a:t>
            </a: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30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16/07/2026</a:t>
            </a: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30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82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Responsável:</a:t>
            </a:r>
            <a:endParaRPr lang="pt-BR" sz="282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82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Felipe Fernandes</a:t>
            </a:r>
            <a:endParaRPr lang="pt-BR" sz="282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82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82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21;p27">
            <a:extLst>
              <a:ext uri="{FF2B5EF4-FFF2-40B4-BE49-F238E27FC236}">
                <a16:creationId xmlns:a16="http://schemas.microsoft.com/office/drawing/2014/main" id="{DD49F836-8923-CC83-A7B6-65482811079F}"/>
              </a:ext>
            </a:extLst>
          </p:cNvPr>
          <p:cNvSpPr txBox="1"/>
          <p:nvPr/>
        </p:nvSpPr>
        <p:spPr>
          <a:xfrm>
            <a:off x="1001880" y="0"/>
            <a:ext cx="10187997" cy="208044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6000" b="0" i="0" u="none" strike="noStrike" kern="0" cap="none" spc="0" baseline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Laboratório de Excelência em Microeletrônica do Nordeste</a:t>
            </a:r>
            <a:endParaRPr lang="pt-BR" sz="60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22;p27">
            <a:extLst>
              <a:ext uri="{FF2B5EF4-FFF2-40B4-BE49-F238E27FC236}">
                <a16:creationId xmlns:a16="http://schemas.microsoft.com/office/drawing/2014/main" id="{DC3CBB6D-AE3D-751B-D74D-D7A92C5A897B}"/>
              </a:ext>
            </a:extLst>
          </p:cNvPr>
          <p:cNvSpPr/>
          <p:nvPr/>
        </p:nvSpPr>
        <p:spPr>
          <a:xfrm>
            <a:off x="6095884" y="5458684"/>
            <a:ext cx="5624995" cy="1177564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FFFFF"/>
          </a:solidFill>
          <a:ln w="12600" cap="flat">
            <a:solidFill>
              <a:srgbClr val="FFFFFF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5" name="Google Shape;123;p27" descr="A blue and white logo with a sun and a purple banner&#10;&#10;Description automatically generated">
            <a:extLst>
              <a:ext uri="{FF2B5EF4-FFF2-40B4-BE49-F238E27FC236}">
                <a16:creationId xmlns:a16="http://schemas.microsoft.com/office/drawing/2014/main" id="{0079BFC2-314E-00B1-F860-7420DBB890F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7043760" y="5603040"/>
            <a:ext cx="1019519" cy="103031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8;p28">
            <a:extLst>
              <a:ext uri="{FF2B5EF4-FFF2-40B4-BE49-F238E27FC236}">
                <a16:creationId xmlns:a16="http://schemas.microsoft.com/office/drawing/2014/main" id="{E157E912-5992-77AC-87A5-B4B69F572A9F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SUMARIO</a:t>
            </a:r>
            <a:endParaRPr lang="pt-BR" sz="4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29;p28">
            <a:extLst>
              <a:ext uri="{FF2B5EF4-FFF2-40B4-BE49-F238E27FC236}">
                <a16:creationId xmlns:a16="http://schemas.microsoft.com/office/drawing/2014/main" id="{56E3655C-2E26-F394-346F-649EBAD71ADA}"/>
              </a:ext>
            </a:extLst>
          </p:cNvPr>
          <p:cNvSpPr txBox="1"/>
          <p:nvPr/>
        </p:nvSpPr>
        <p:spPr>
          <a:xfrm>
            <a:off x="838075" y="1083774"/>
            <a:ext cx="11353803" cy="502950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i="0" u="none" strike="noStrike" kern="0" cap="none" spc="0" baseline="0" dirty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SUMARIO</a:t>
            </a: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i="0" u="none" strike="noStrike" kern="0" cap="none" spc="0" baseline="0" dirty="0">
                <a:solidFill>
                  <a:srgbClr val="000000"/>
                </a:solidFill>
                <a:uFillTx/>
                <a:latin typeface="Arial"/>
                <a:ea typeface="Calibri"/>
                <a:cs typeface="Arial"/>
              </a:rPr>
              <a:t>Introdução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kern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Teste_1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Teste_2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kern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Teste_3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Teste_4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Teste_5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kern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Teste_6</a:t>
            </a:r>
            <a:endParaRPr lang="pt-BR" sz="2000" b="0" i="0" u="none" strike="noStrike" kern="0" cap="none" spc="0" baseline="0" dirty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1E3C02B4-FEB0-D076-0F4E-04FB71ACE73B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3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B81FDC47-F8D0-F11B-CECE-FB9000989A65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Introdução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A3AD1DA6-FB33-B434-5CF5-3D6A8AF8224D}"/>
              </a:ext>
            </a:extLst>
          </p:cNvPr>
          <p:cNvSpPr txBox="1"/>
          <p:nvPr/>
        </p:nvSpPr>
        <p:spPr>
          <a:xfrm>
            <a:off x="663333" y="1001637"/>
            <a:ext cx="10865101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i="0" u="none" strike="noStrike" kern="0" cap="none" spc="0" baseline="0" dirty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O qu</a:t>
            </a: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 ser o TMR_32 (EF)?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1143000" lvl="2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Ser um timer de 32 bits. Pertencente a </a:t>
            </a:r>
            <a:r>
              <a:rPr lang="pt-BR" sz="20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Efabless</a:t>
            </a: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143000" lvl="2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i="0" u="none" strike="noStrike" kern="0" cap="none" spc="0" baseline="0" dirty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Há, nele, </a:t>
            </a: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 gerador de PWM</a:t>
            </a:r>
          </a:p>
          <a:p>
            <a:pPr marL="1143000" lvl="2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1143000" lvl="2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PWM, o que é?</a:t>
            </a:r>
          </a:p>
          <a:p>
            <a:pPr marL="1600200" lvl="3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i="0" u="none" strike="noStrike" kern="0" cap="none" spc="0" baseline="0" dirty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Pulse </a:t>
            </a:r>
            <a:r>
              <a:rPr lang="pt-BR" sz="2000" b="1" i="0" u="none" strike="noStrike" kern="0" cap="none" spc="0" baseline="0" dirty="0" err="1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Width</a:t>
            </a:r>
            <a:r>
              <a:rPr lang="pt-BR" sz="2000" b="1" i="0" u="none" strike="noStrike" kern="0" cap="none" spc="0" baseline="0" dirty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 </a:t>
            </a:r>
            <a:r>
              <a:rPr lang="pt-BR" sz="2000" b="1" i="0" u="none" strike="noStrike" kern="0" cap="none" spc="0" baseline="0" dirty="0" err="1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Modulation</a:t>
            </a:r>
            <a:r>
              <a:rPr lang="pt-BR" sz="2000" b="1" i="0" u="none" strike="noStrike" kern="0" cap="none" spc="0" baseline="0" dirty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. Técnica para verificar a quantidade de energia gasta.</a:t>
            </a:r>
            <a:endParaRPr lang="pt-BR" sz="2000" b="0" i="0" u="none" strike="noStrike" kern="0" cap="none" spc="0" baseline="0" dirty="0">
              <a:solidFill>
                <a:srgbClr val="FF0000"/>
              </a:solidFill>
              <a:uFillTx/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E34050-8D06-8C43-FBA6-9C0F814E3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A7A43C2A-DE2A-4132-CA05-74E9E8089082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4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6C2BCA81-73EB-8E00-B365-8AC8D78AED82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Introdução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B681F6F1-52A8-0820-28D5-EC8941CC0DE0}"/>
              </a:ext>
            </a:extLst>
          </p:cNvPr>
          <p:cNvSpPr txBox="1"/>
          <p:nvPr/>
        </p:nvSpPr>
        <p:spPr>
          <a:xfrm>
            <a:off x="663333" y="1001637"/>
            <a:ext cx="10865101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Barramento utilizado: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1143000" lvl="2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Fora utilizado o barramento </a:t>
            </a:r>
            <a:r>
              <a:rPr lang="pt-BR" sz="20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WishBone</a:t>
            </a: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(WB).</a:t>
            </a:r>
          </a:p>
          <a:p>
            <a:pPr marL="1600200" lvl="3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Há um </a:t>
            </a:r>
            <a:r>
              <a:rPr lang="pt-BR" sz="20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Handshake</a:t>
            </a: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entre os sinais</a:t>
            </a:r>
          </a:p>
          <a:p>
            <a:pPr marL="1600200" lvl="3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 operações ocorrem no aumento do </a:t>
            </a:r>
            <a:r>
              <a:rPr lang="pt-BR" sz="20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clock</a:t>
            </a: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4499A07-D0BA-1059-00CC-C43759847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5343" y="2471225"/>
            <a:ext cx="3353091" cy="255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790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DEC135-A66A-3E7F-7B2C-54053C1AA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4CDD4FF2-B61A-A37F-B395-B03FC8F82A80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5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1E4918E5-9887-0DA2-6EB0-BD6D634F3119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Introdução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DD3EACEC-51C8-CAAF-9586-C16804EFED0C}"/>
              </a:ext>
            </a:extLst>
          </p:cNvPr>
          <p:cNvSpPr txBox="1"/>
          <p:nvPr/>
        </p:nvSpPr>
        <p:spPr>
          <a:xfrm>
            <a:off x="663333" y="1001637"/>
            <a:ext cx="10865101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Modos de contagem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i="0" u="none" strike="noStrike" kern="0" cap="none" spc="0" baseline="0" dirty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UP:</a:t>
            </a:r>
          </a:p>
          <a:p>
            <a:pPr marL="1143000" lvl="2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Inicia em zero (crescente) e vai até o limite inserido (</a:t>
            </a:r>
            <a:r>
              <a:rPr lang="pt-BR" sz="20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reload</a:t>
            </a: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).</a:t>
            </a:r>
            <a:endParaRPr lang="pt-BR" sz="2000" b="1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Down:</a:t>
            </a:r>
          </a:p>
          <a:p>
            <a:pPr marL="1143000" lvl="2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Inicia no </a:t>
            </a:r>
            <a:r>
              <a:rPr lang="pt-BR" sz="20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reload</a:t>
            </a: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e vai até zero.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Up</a:t>
            </a: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/Down:</a:t>
            </a:r>
          </a:p>
          <a:p>
            <a:pPr marL="1143000" lvl="2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0 -&gt; </a:t>
            </a:r>
            <a:r>
              <a:rPr lang="pt-BR" sz="20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reload</a:t>
            </a: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-&gt; 0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Modos de operação:</a:t>
            </a:r>
          </a:p>
          <a:p>
            <a:pPr marL="1143000" lvl="2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Periódico</a:t>
            </a:r>
          </a:p>
          <a:p>
            <a:pPr marL="1143000" lvl="2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</a:t>
            </a: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-shot</a:t>
            </a:r>
          </a:p>
          <a:p>
            <a:pPr lvl="2">
              <a:lnSpc>
                <a:spcPct val="150000"/>
              </a:lnSpc>
              <a:buClr>
                <a:srgbClr val="000000"/>
              </a:buClr>
              <a:buSzPts val="99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lvl="2">
              <a:lnSpc>
                <a:spcPct val="150000"/>
              </a:lnSpc>
              <a:buClr>
                <a:srgbClr val="000000"/>
              </a:buClr>
              <a:buSzPts val="99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6363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55BDB5-1D9F-7128-3BA4-52EA1B8B0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4DB5BC2C-C1C8-2281-E886-0B4CEFAF7FBB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6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13666098-D182-AF24-C5D5-F2243C1E1890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Introdução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A6421AF3-7169-65A3-C579-55493E271633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PWM, como é</a:t>
            </a: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Canais de PWM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Há canais independentes (pwm0 e pwm1).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Exemplo de configuração PWM.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PWM_fault</a:t>
            </a: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Registros: PWMDT e PWMFC</a:t>
            </a:r>
          </a:p>
          <a:p>
            <a:pPr lvl="2">
              <a:lnSpc>
                <a:spcPct val="150000"/>
              </a:lnSpc>
              <a:buClr>
                <a:srgbClr val="000000"/>
              </a:buClr>
              <a:buSzPts val="99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3258660-1F8C-EA49-F759-83F095079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854" y="3137764"/>
            <a:ext cx="5259580" cy="245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393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318197-EBBA-E650-2EEF-BDC5CBB76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2C81FB10-474C-6484-8588-1B32C775805C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7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F58753C2-0BE6-58FC-990A-EDDEA1618FDC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Introdução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C716703E-CDF9-5CEB-9025-5D5A248CD5A3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Flags de interrupção:</a:t>
            </a: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Também há o IRQ</a:t>
            </a: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 os registradores MIS, RIS e IC 	</a:t>
            </a: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14D5C24-1209-4056-07F0-96B4092BE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469" y="1590688"/>
            <a:ext cx="4572396" cy="11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945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CC74CD-9619-450C-48A2-CEFEFA5B9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8EEC6036-108D-0834-25A0-8B3FB7831334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8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612687B0-79DE-3A4A-09A6-41FC756F08DC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C3F7078A-9F1D-F2ED-AC6B-8BC1609BE722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Teste_1:</a:t>
            </a: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 todos os testes_1, foi usado a seguinte configuração: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 = 0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Reload</a:t>
            </a: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15</a:t>
            </a: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 que varia é o CFG	</a:t>
            </a: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9944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D5676B-B227-B567-4531-C71339F3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27290C5A-3FB6-01EB-D985-193E13850154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9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28C89893-D361-462B-8E66-370FD466F9E8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D9906C73-9EDE-63B0-6E6E-CFE4E1BC30C9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Teste_1: Periódico crescente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5ABAD4E-3869-67F3-AC2B-4B3B504EA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57" y="1528007"/>
            <a:ext cx="9290291" cy="532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606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64F5A3-CBCB-F461-F11E-DE48B9B04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83DF24C6-3454-DAA2-6814-29828B74C510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10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A01A4808-C925-C427-050E-7F498078303C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1F3AF67F-BBB2-5B00-5493-96F3649C6FE7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Teste_1: Periódico decrescente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3F64280-075E-2593-4EAE-E772EC8CFC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620" y="1478482"/>
            <a:ext cx="8868697" cy="537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39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C80C2F-A129-5B34-D753-E39B27FB0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A9C0D978-DF12-E3ED-B480-9D578629C19E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11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1E6D6206-2C14-8FC6-860A-A328DAA204F6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D977B0DA-6715-2717-723E-D5C113DB6440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Teste_1: </a:t>
            </a:r>
            <a:r>
              <a:rPr lang="pt-BR" sz="22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Up</a:t>
            </a: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/Down periódico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E29199D-C33F-AD06-A680-5FA9930841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820" y="1449684"/>
            <a:ext cx="9413313" cy="539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701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971EB4-DBD8-2A96-9472-A22A34081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BBDBDAD7-9917-1994-4C5C-55623EE447CE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12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4AADA1B3-A6C9-8B82-97E5-E45540DCE697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934BCAB6-3E84-754E-BBB4-D7761103FE7C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Teste_1: </a:t>
            </a:r>
            <a:r>
              <a:rPr lang="pt-BR" sz="22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Up</a:t>
            </a: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/Down </a:t>
            </a:r>
            <a:r>
              <a:rPr lang="pt-BR" sz="22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</a:t>
            </a: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-shot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224E820-7C12-FA3D-9461-8DB715B2F0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9" y="1484030"/>
            <a:ext cx="9372485" cy="537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552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0852CC-5C91-51D8-AE90-F9EBE11AC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F9A2D533-9B5B-6C99-67D4-8EADC05AAD65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13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9E4B468D-33E0-2940-93FB-4E2EC349F8BD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68055337-E36E-345A-AACE-633AFE5F15C3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Teste_1: </a:t>
            </a:r>
            <a:r>
              <a:rPr lang="pt-BR" sz="22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</a:t>
            </a: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-Shot </a:t>
            </a:r>
            <a:r>
              <a:rPr lang="pt-BR" sz="22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Up</a:t>
            </a: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EC337D6-AA6D-7292-6282-65A681D942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792" y="1503865"/>
            <a:ext cx="9352065" cy="535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944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52E80C-F685-7CEB-173A-7A57AD63B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6938D7DE-7DCE-C405-C6A8-F301CF44F337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14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D2290E5A-90DA-C1FA-F39A-2C3D5385E744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03A488E7-7350-9DBD-C7D2-674F33C443C4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Teste_1: </a:t>
            </a:r>
            <a:r>
              <a:rPr lang="pt-BR" sz="22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</a:t>
            </a: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-Shot Down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53ED5A1-CCF7-154B-AD58-56E8702DF4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222" y="1536703"/>
            <a:ext cx="9317754" cy="532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532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72BDB-A407-EE83-0AEE-78B57C847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BDD6DA66-6744-8EA8-3D95-3EBF677B36B4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15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9820D746-1FFE-BEA1-654C-6D8FC162A7BF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8DCE7908-8CE1-B2F0-CAA9-E258AC37FFEA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Teste_2: </a:t>
            </a:r>
            <a:r>
              <a:rPr lang="pt-BR" sz="22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Matchy</a:t>
            </a: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(CMPY)</a:t>
            </a: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6223D3E-2E21-3630-86D9-053ABC7CE4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778" y="1534328"/>
            <a:ext cx="9345906" cy="532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9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171543-C46D-D42A-FDB1-E4A4A6016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123DEC5A-8B58-D6EA-38DA-1225C1AC8C8B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16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14E81D63-6A27-04B6-C720-42F6864893B3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37D2F08C-BA54-D8EB-3E15-9D0ACAE13203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Teste_2: </a:t>
            </a:r>
            <a:r>
              <a:rPr lang="pt-BR" sz="22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Matchx</a:t>
            </a: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(CMPX)</a:t>
            </a: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A9ADEA3-84C4-AB44-EB8A-8B8134E2B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278" y="1596196"/>
            <a:ext cx="9004562" cy="526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697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39FCD1-14E1-12EE-6615-9E8AA3873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7E6C8D7A-9649-5253-212F-59F85D873769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17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D0517C72-E11C-8725-C582-F7FAA61A518C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9CA797E8-D7AB-997E-1635-573ABA2A81DA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Teste_2: </a:t>
            </a:r>
            <a:r>
              <a:rPr lang="pt-BR" sz="22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MatchTO</a:t>
            </a: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(TO)</a:t>
            </a: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3310D4C-1F10-DAA9-EA79-5DB5443DC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286" y="1581290"/>
            <a:ext cx="9229916" cy="527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630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631C1-88A5-D606-8725-E9F4FE1F6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2485CDD0-54C8-DC06-8CDD-493F16635DC8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18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09C74DF6-EA06-F6B3-5F9E-4976BCDAD58F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ABDC507C-81C4-2022-6771-1AB58F77B61A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Teste_3: GCLK</a:t>
            </a: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AAA7328-B634-A213-8777-113E11308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44" y="1520299"/>
            <a:ext cx="9348640" cy="533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99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E12A06-04E5-264A-6A99-D95AA7F4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FBDAD264-289A-A34A-AB01-8F6C071E91FE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19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453BB6BC-59F1-A2C5-C1B6-1D6C787720C1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6BE3DEBE-FB8E-AC65-A2B2-DCE39EB74BF1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Teste_4: PR = 2</a:t>
            </a: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CF645C4-C90B-B563-8BB5-D16279797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290" y="1535366"/>
            <a:ext cx="9313518" cy="532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77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2DDFF0-51FF-055E-7F31-C23BCE70E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E11A5674-3010-BED1-8AC6-E8BCBA1FE8BF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20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E7B1BB69-D7D1-A8E7-89BF-BA27AE9A846B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BAB99FFD-F47A-830A-5DE0-9620DEFFC981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Teste_4: PR = 5</a:t>
            </a: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3724BF4-A9C6-E6F3-708A-D5628A4EA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851" y="1492877"/>
            <a:ext cx="9234833" cy="529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022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1C1E72-7672-3AC3-6912-F2F252E0B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250A39AE-0B5C-75A6-0BA8-552DB6B698E2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21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17DEF4FA-3FFA-CB79-57B8-14073FB55293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233F4CD4-41A3-E97A-1C87-6B9AA52AED6F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Teste_4: PR = 10</a:t>
            </a: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55CF365-E088-25F9-1483-DBD96B0EC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653" y="1536475"/>
            <a:ext cx="9317031" cy="532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66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2;p37">
            <a:extLst>
              <a:ext uri="{FF2B5EF4-FFF2-40B4-BE49-F238E27FC236}">
                <a16:creationId xmlns:a16="http://schemas.microsoft.com/office/drawing/2014/main" id="{928F2648-6B44-270B-1F0A-1C4F0C60A5CD}"/>
              </a:ext>
            </a:extLst>
          </p:cNvPr>
          <p:cNvSpPr txBox="1"/>
          <p:nvPr/>
        </p:nvSpPr>
        <p:spPr>
          <a:xfrm>
            <a:off x="1523884" y="0"/>
            <a:ext cx="9144000" cy="208044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6000" b="0" i="0" u="none" strike="noStrike" kern="0" cap="none" spc="0" baseline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Obrigado!</a:t>
            </a:r>
            <a:endParaRPr lang="pt-BR" sz="60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93;p37">
            <a:extLst>
              <a:ext uri="{FF2B5EF4-FFF2-40B4-BE49-F238E27FC236}">
                <a16:creationId xmlns:a16="http://schemas.microsoft.com/office/drawing/2014/main" id="{ED55C0DC-0603-0822-53F6-A6A1E9D5E13A}"/>
              </a:ext>
            </a:extLst>
          </p:cNvPr>
          <p:cNvSpPr/>
          <p:nvPr/>
        </p:nvSpPr>
        <p:spPr>
          <a:xfrm>
            <a:off x="6095884" y="5458684"/>
            <a:ext cx="5624995" cy="1177564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FFFFF"/>
          </a:solidFill>
          <a:ln w="12600" cap="flat">
            <a:solidFill>
              <a:srgbClr val="FFFFFF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Google Shape;194;p37" descr="A blue and white logo with a sun and a purple banner&#10;&#10;Description automatically generated">
            <a:extLst>
              <a:ext uri="{FF2B5EF4-FFF2-40B4-BE49-F238E27FC236}">
                <a16:creationId xmlns:a16="http://schemas.microsoft.com/office/drawing/2014/main" id="{3226BB45-9DDA-D741-D057-2D3A450EC2B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7043760" y="5603040"/>
            <a:ext cx="1019519" cy="103031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799</Words>
  <Application>Microsoft Office PowerPoint</Application>
  <PresentationFormat>Widescreen</PresentationFormat>
  <Paragraphs>188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22</vt:i4>
      </vt:variant>
    </vt:vector>
  </HeadingPairs>
  <TitlesOfParts>
    <vt:vector size="26" baseType="lpstr">
      <vt:lpstr>Arial</vt:lpstr>
      <vt:lpstr>Calibri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Túlio tavares</dc:creator>
  <cp:lastModifiedBy>Felipe Fernandes</cp:lastModifiedBy>
  <cp:revision>2</cp:revision>
  <dcterms:modified xsi:type="dcterms:W3CDTF">2026-07-16T14:34:49Z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0x010100A4248B6C51D7BD42AF67BA348AE8D50D</vt:lpwstr>
  </property>
</Properties>
</file>