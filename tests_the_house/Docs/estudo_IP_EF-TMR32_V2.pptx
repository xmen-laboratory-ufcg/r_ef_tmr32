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1"/>
  </p:notesMasterIdLst>
  <p:sldIdLst>
    <p:sldId id="256" r:id="rId3"/>
    <p:sldId id="257" r:id="rId4"/>
    <p:sldId id="262" r:id="rId5"/>
    <p:sldId id="267" r:id="rId6"/>
    <p:sldId id="268" r:id="rId7"/>
    <p:sldId id="269" r:id="rId8"/>
    <p:sldId id="270" r:id="rId9"/>
    <p:sldId id="285" r:id="rId10"/>
    <p:sldId id="286" r:id="rId11"/>
    <p:sldId id="287" r:id="rId12"/>
    <p:sldId id="288" r:id="rId13"/>
    <p:sldId id="289" r:id="rId14"/>
    <p:sldId id="29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6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02BF1-0513-4CEF-9F7A-026EBFDE7D66}" v="255" dt="2026-07-16T20:16:40.032"/>
    <p1510:client id="{CD31EAD4-65C5-46E8-A200-C05EE0B3254F}" v="200" dt="2026-07-16T20:41:41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>
            <a:extLst>
              <a:ext uri="{FF2B5EF4-FFF2-40B4-BE49-F238E27FC236}">
                <a16:creationId xmlns:a16="http://schemas.microsoft.com/office/drawing/2014/main" id="{4E9493E8-82D2-FB55-936E-D7D23460C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228" y="685800"/>
            <a:ext cx="4572228" cy="3429000"/>
          </a:xfrm>
          <a:prstGeom prst="rect">
            <a:avLst/>
          </a:prstGeom>
          <a:noFill/>
          <a:ln w="9528" cap="flat">
            <a:solidFill>
              <a:srgbClr val="000000"/>
            </a:solidFill>
            <a:prstDash val="solid"/>
            <a:round/>
          </a:ln>
        </p:spPr>
      </p:sp>
      <p:sp>
        <p:nvSpPr>
          <p:cNvPr id="3" name="Google Shape;4;n">
            <a:extLst>
              <a:ext uri="{FF2B5EF4-FFF2-40B4-BE49-F238E27FC236}">
                <a16:creationId xmlns:a16="http://schemas.microsoft.com/office/drawing/2014/main" id="{30B9D47F-17F9-9F05-0F30-D54292763F7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91421" rIns="91421" bIns="91421" anchor="t" anchorCtr="0" compatLnSpc="1">
            <a:noAutofit/>
          </a:bodyPr>
          <a:lstStyle/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6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457200" marR="0" lvl="0" indent="-298451" algn="l" defTabSz="914400" rtl="0" fontAlgn="auto" hangingPunct="1">
      <a:lnSpc>
        <a:spcPct val="100000"/>
      </a:lnSpc>
      <a:spcBef>
        <a:spcPts val="0"/>
      </a:spcBef>
      <a:spcAft>
        <a:spcPts val="0"/>
      </a:spcAft>
      <a:buClr>
        <a:srgbClr val="000000"/>
      </a:buClr>
      <a:buSzPts val="1100"/>
      <a:buFont typeface="Arial"/>
      <a:buChar char="●"/>
      <a:tabLst/>
      <a:defRPr lang="pt-BR" sz="1100" b="0" i="0" u="none" strike="noStrike" kern="0" cap="none" spc="0" baseline="0">
        <a:solidFill>
          <a:srgbClr val="000000"/>
        </a:solidFill>
        <a:uFillTx/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p1:notes">
            <a:extLst>
              <a:ext uri="{FF2B5EF4-FFF2-40B4-BE49-F238E27FC236}">
                <a16:creationId xmlns:a16="http://schemas.microsoft.com/office/drawing/2014/main" id="{BCEBBE30-44D2-9E4A-7C03-D747A5A054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Google Shape;118;p1:notes">
            <a:extLst>
              <a:ext uri="{FF2B5EF4-FFF2-40B4-BE49-F238E27FC236}">
                <a16:creationId xmlns:a16="http://schemas.microsoft.com/office/drawing/2014/main" id="{387DDFA9-1060-B446-7312-10541203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5;g48ea4a73d27503e9_0:notes">
            <a:extLst>
              <a:ext uri="{FF2B5EF4-FFF2-40B4-BE49-F238E27FC236}">
                <a16:creationId xmlns:a16="http://schemas.microsoft.com/office/drawing/2014/main" id="{5B0C5183-7BD7-F10D-8ABA-6DF4591C9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Google Shape;126;g48ea4a73d27503e9_0:notes">
            <a:extLst>
              <a:ext uri="{FF2B5EF4-FFF2-40B4-BE49-F238E27FC236}">
                <a16:creationId xmlns:a16="http://schemas.microsoft.com/office/drawing/2014/main" id="{11AC5C1D-9A0B-B159-F870-C9CA162020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99816189-5EB9-7311-3810-57DEFD701C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EAB4C01F-4D3B-3498-5856-B5B26D67E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744979-CF4D-4E08-4A5F-1C7DA484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7DE5482F-35BD-70FE-10A5-534D99FCC08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096A9A8F-96B7-32F9-B16D-3EE71E76E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630374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CF5A74-98CE-6D88-3C6C-5D2BBE74D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5F988711-B6DC-9DBA-FF5E-F9DBBB9F1A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FB942E8F-2A4D-5626-E7BF-E59EC4F1B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481010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928AF3-FAE5-E0AD-3C01-3BD239D2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DFBCA77A-D5AD-121F-5B54-45D7A7F3FD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BC5536AC-27A1-E1E5-CBE7-BC73DCB10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332837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6359C-B885-9821-EC68-6A056A1AF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6F760F86-CE95-319D-228F-CD576368B0C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34F73BC2-783A-FB17-D60D-54CC897D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10990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964E3F-8B7C-6EC0-57F7-6B04A608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3253BA38-44CD-CDB2-43CF-E8DB00D1920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1276D982-75E1-09DB-E8E5-51F744622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105111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4B9489-5FC4-6981-C1AF-2D7F17F4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09E80F8F-D1C0-8C1B-D488-59789A89927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88627970-09CA-0F86-25F1-DCEF13183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160822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EB0DC-A81F-CDF9-F251-DDB2335D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65AABA47-FEEC-6A9A-C305-943EF192817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11DD75E0-EF6C-42AE-7FAB-577378939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4258971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5F494F-82E0-EFB4-BE45-E5761FAB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8E118408-969A-16D1-493B-829CAA6F9A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915E54C1-A7E4-33F8-C185-4819252E8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892901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58D014-77EC-708B-DF29-9010E286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453D09C8-DA32-F0FF-49C3-B587EB1EC26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C4997B5D-7CC5-FD65-EF26-779CF637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729151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11A9E0-CE82-CC07-C6BF-3728C529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894466B0-9AD0-9070-6FA4-5937D66BEB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6B894C9E-5C19-9B86-62CF-94289B5A6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137566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A68722-D6EC-239F-9A5D-BC054095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E81B6C19-6F72-197B-7FC6-CDFA84A1F7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E9C65795-74EE-2367-0E01-6F28353CC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4234071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C009AE-A47B-8EA8-CB27-91FF19310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7D281F46-27E6-BCE6-8FF8-E794C40632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8697E836-954D-60E6-BD35-94EF50558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5294486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4D8A18-1E9B-80AC-6FC6-4588D4DD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858B7829-1790-899C-D1CB-9A466D1A238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FDE8C50B-BD91-7AE7-E9CF-504AFBD8C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43856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761FCA-9D55-AEB3-FD9D-026F4BBD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C42A6A8F-2A16-41FE-AF9E-94726B2173F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DB6A8CBD-9E5C-C399-D071-9B1A3973F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3709419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3F3A03-BE9F-A9A9-A956-9FF31B09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69B82FFE-C596-E6EF-5EB0-DF7140486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4F56D81F-0EAA-BC6A-53A3-E61539952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936546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47F0D0-BA0F-44B9-D582-35CB5BE2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34EC697E-9CDB-E4AB-6D13-23C6CDD8B6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43D70112-D381-0E63-DA57-D2EDE5733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859256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7B77F7-E731-CB0D-F446-C499D9F0F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AB3DAC74-D513-3131-CDA1-335F6AC515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671CF08E-4F4C-F50F-CC77-97E573EE3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7332648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B5F975-4C36-C18F-7E38-D032B6C6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B406D066-1465-D638-A0B3-3D69092C470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2FE391BA-4D75-28EB-53F3-83BBF7A763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903367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B26F7C-41AC-588B-2603-0F88E371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4C5C5C4F-3853-F4D7-96E9-A63C0751EF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CD7449AD-CD16-0A1E-5C5C-EF8292CC6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7936678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AC70F8-DA2B-25CD-6927-60F5E65C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33F72114-9531-32DD-FCEA-4F81F5998F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D47C3B4D-7959-1787-681D-E5F3EA7FD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4856995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35B13B-E555-98FA-D2A5-D49FB4592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B1A9F40F-6483-D1FA-AEAA-0F12E5DE056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6C0D6516-8D1C-BD04-82C7-4A6A4C407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34825742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5CFDB0-7EBF-F8E9-1A6C-7782DFC2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D5EC3552-5048-CBED-9225-F9F88C03A0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27D565D1-82BB-20A4-8F52-C8DA1181A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237599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C9A945-C378-B80A-AF4F-ACF367AC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01D4556F-012C-B669-D923-18D0B7C8D7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009CDAED-FF19-D69B-A260-E5F448277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26318458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4A61CA-4EDE-63F9-1DEE-90545E72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3:notes">
            <a:extLst>
              <a:ext uri="{FF2B5EF4-FFF2-40B4-BE49-F238E27FC236}">
                <a16:creationId xmlns:a16="http://schemas.microsoft.com/office/drawing/2014/main" id="{C88B76E2-3E8B-9EDD-F75F-6B31B5A5D6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pt-BR"/>
              <a:t>ULTIMAS ATIVIDADES REGISTRADAS (26-30/02):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r>
              <a:rPr lang="pt-BR"/>
              <a:t>Conexão do REFMOD com o ambiente (classe component, DPI...)</a:t>
            </a:r>
          </a:p>
          <a:p>
            <a:pPr marL="0" lvl="0" indent="0">
              <a:buNone/>
            </a:pPr>
            <a:r>
              <a:rPr lang="pt-BR"/>
              <a:t>Contrução/Teste do Scoreboard</a:t>
            </a:r>
          </a:p>
          <a:p>
            <a:pPr marL="0" lvl="0" indent="0">
              <a:buNone/>
            </a:pPr>
            <a:endParaRPr lang="pt-BR"/>
          </a:p>
          <a:p>
            <a:pPr marL="0" lvl="0" indent="0">
              <a:buNone/>
            </a:pPr>
            <a:endParaRPr lang="pt-BR"/>
          </a:p>
        </p:txBody>
      </p:sp>
      <p:sp>
        <p:nvSpPr>
          <p:cNvPr id="3" name="Google Shape;161;p3:notes">
            <a:extLst>
              <a:ext uri="{FF2B5EF4-FFF2-40B4-BE49-F238E27FC236}">
                <a16:creationId xmlns:a16="http://schemas.microsoft.com/office/drawing/2014/main" id="{CF2044FD-7185-5B76-D514-C0B066DEE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  <p:extLst>
      <p:ext uri="{BB962C8B-B14F-4D97-AF65-F5344CB8AC3E}">
        <p14:creationId xmlns:p14="http://schemas.microsoft.com/office/powerpoint/2010/main" val="4181466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7:notes">
            <a:extLst>
              <a:ext uri="{FF2B5EF4-FFF2-40B4-BE49-F238E27FC236}">
                <a16:creationId xmlns:a16="http://schemas.microsoft.com/office/drawing/2014/main" id="{5F3E89D0-D395-F7C6-4FD3-620196F399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Google Shape;190;p7:notes">
            <a:extLst>
              <a:ext uri="{FF2B5EF4-FFF2-40B4-BE49-F238E27FC236}">
                <a16:creationId xmlns:a16="http://schemas.microsoft.com/office/drawing/2014/main" id="{B7BCC6E2-5811-051B-A653-460F03AE5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3687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864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061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D20E9015-26C7-15F9-231D-403AA58D22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16556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751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64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731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0;p8">
            <a:extLst>
              <a:ext uri="{FF2B5EF4-FFF2-40B4-BE49-F238E27FC236}">
                <a16:creationId xmlns:a16="http://schemas.microsoft.com/office/drawing/2014/main" id="{68598C76-922E-EAEA-F60E-CAECFF689A0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165564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31;p8">
            <a:extLst>
              <a:ext uri="{FF2B5EF4-FFF2-40B4-BE49-F238E27FC236}">
                <a16:creationId xmlns:a16="http://schemas.microsoft.com/office/drawing/2014/main" id="{B364E01D-6EB1-B3BD-D64C-D590DCB6223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33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5;p9">
            <a:extLst>
              <a:ext uri="{FF2B5EF4-FFF2-40B4-BE49-F238E27FC236}">
                <a16:creationId xmlns:a16="http://schemas.microsoft.com/office/drawing/2014/main" id="{2A805422-0ADC-3FD7-1DB8-D6AA98FCB7F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36;p9">
            <a:extLst>
              <a:ext uri="{FF2B5EF4-FFF2-40B4-BE49-F238E27FC236}">
                <a16:creationId xmlns:a16="http://schemas.microsoft.com/office/drawing/2014/main" id="{FD6DB490-C6E4-62F7-8AF7-2551A6B94725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1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10">
            <a:extLst>
              <a:ext uri="{FF2B5EF4-FFF2-40B4-BE49-F238E27FC236}">
                <a16:creationId xmlns:a16="http://schemas.microsoft.com/office/drawing/2014/main" id="{04D830E0-A663-9F52-1BEA-433C623D569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41;p10">
            <a:extLst>
              <a:ext uri="{FF2B5EF4-FFF2-40B4-BE49-F238E27FC236}">
                <a16:creationId xmlns:a16="http://schemas.microsoft.com/office/drawing/2014/main" id="{08FC1D83-3A7F-778B-D792-0D63DE68F1D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488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11">
            <a:extLst>
              <a:ext uri="{FF2B5EF4-FFF2-40B4-BE49-F238E27FC236}">
                <a16:creationId xmlns:a16="http://schemas.microsoft.com/office/drawing/2014/main" id="{A5DF09CC-4CD2-2F92-0D1E-2B6C7BE437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570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;p12">
            <a:extLst>
              <a:ext uri="{FF2B5EF4-FFF2-40B4-BE49-F238E27FC236}">
                <a16:creationId xmlns:a16="http://schemas.microsoft.com/office/drawing/2014/main" id="{C9A8A4EA-1614-CF75-97C0-C9A5B90D91B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2712238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50;p12">
            <a:extLst>
              <a:ext uri="{FF2B5EF4-FFF2-40B4-BE49-F238E27FC236}">
                <a16:creationId xmlns:a16="http://schemas.microsoft.com/office/drawing/2014/main" id="{59906DCE-D635-29B7-D184-1FFE6FF6488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51;p12">
            <a:extLst>
              <a:ext uri="{FF2B5EF4-FFF2-40B4-BE49-F238E27FC236}">
                <a16:creationId xmlns:a16="http://schemas.microsoft.com/office/drawing/2014/main" id="{807EAE9F-B6AC-0D5A-0053-8AF288C42D2D}"/>
              </a:ext>
            </a:extLst>
          </p:cNvPr>
          <p:cNvSpPr txBox="1">
            <a:spLocks noGrp="1"/>
          </p:cNvSpPr>
          <p:nvPr>
            <p:ph idx="3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7249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0FB80577-D400-7534-3840-0EF2A495133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56;p13">
            <a:extLst>
              <a:ext uri="{FF2B5EF4-FFF2-40B4-BE49-F238E27FC236}">
                <a16:creationId xmlns:a16="http://schemas.microsoft.com/office/drawing/2014/main" id="{7EC6C6AD-0886-9DDB-88FE-30D382CCEA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57;p13">
            <a:extLst>
              <a:ext uri="{FF2B5EF4-FFF2-40B4-BE49-F238E27FC236}">
                <a16:creationId xmlns:a16="http://schemas.microsoft.com/office/drawing/2014/main" id="{449E633E-8B35-D5F7-CB16-A17CACE00D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23884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5" name="Google Shape;58;p13">
            <a:extLst>
              <a:ext uri="{FF2B5EF4-FFF2-40B4-BE49-F238E27FC236}">
                <a16:creationId xmlns:a16="http://schemas.microsoft.com/office/drawing/2014/main" id="{32763305-74C8-E5EC-D1CF-287FC33E32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6" name="Google Shape;59;p13">
            <a:extLst>
              <a:ext uri="{FF2B5EF4-FFF2-40B4-BE49-F238E27FC236}">
                <a16:creationId xmlns:a16="http://schemas.microsoft.com/office/drawing/2014/main" id="{C90B8980-ABE7-15AF-DC02-27732FE406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276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01409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118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0328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9573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7732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813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5371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1;p22">
            <a:extLst>
              <a:ext uri="{FF2B5EF4-FFF2-40B4-BE49-F238E27FC236}">
                <a16:creationId xmlns:a16="http://schemas.microsoft.com/office/drawing/2014/main" id="{28509A83-CB32-BB1B-4794-008E5643CA9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7492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23">
            <a:extLst>
              <a:ext uri="{FF2B5EF4-FFF2-40B4-BE49-F238E27FC236}">
                <a16:creationId xmlns:a16="http://schemas.microsoft.com/office/drawing/2014/main" id="{2361E176-D799-90FA-F883-2A5F1330075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985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1;p24">
            <a:extLst>
              <a:ext uri="{FF2B5EF4-FFF2-40B4-BE49-F238E27FC236}">
                <a16:creationId xmlns:a16="http://schemas.microsoft.com/office/drawing/2014/main" id="{BF6663E7-8AD8-E986-C4F3-8BEA45EB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523884" y="3576959"/>
            <a:ext cx="9144000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6494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6;p25">
            <a:extLst>
              <a:ext uri="{FF2B5EF4-FFF2-40B4-BE49-F238E27FC236}">
                <a16:creationId xmlns:a16="http://schemas.microsoft.com/office/drawing/2014/main" id="{DFBF2AA3-6714-1FA8-6B57-BA7DAF11B9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23884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107;p25">
            <a:extLst>
              <a:ext uri="{FF2B5EF4-FFF2-40B4-BE49-F238E27FC236}">
                <a16:creationId xmlns:a16="http://schemas.microsoft.com/office/drawing/2014/main" id="{88B168E6-B04A-EA67-6DCB-321AAF4732C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09635" y="3576959"/>
            <a:ext cx="4462198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838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p26">
            <a:extLst>
              <a:ext uri="{FF2B5EF4-FFF2-40B4-BE49-F238E27FC236}">
                <a16:creationId xmlns:a16="http://schemas.microsoft.com/office/drawing/2014/main" id="{9FE2C31F-BA06-4585-F50E-806C2C1E2C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2712238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3" name="Google Shape;113;p26">
            <a:extLst>
              <a:ext uri="{FF2B5EF4-FFF2-40B4-BE49-F238E27FC236}">
                <a16:creationId xmlns:a16="http://schemas.microsoft.com/office/drawing/2014/main" id="{2278BA5C-60D5-4A85-F2FB-54758D24A5B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523884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4" name="Google Shape;114;p26">
            <a:extLst>
              <a:ext uri="{FF2B5EF4-FFF2-40B4-BE49-F238E27FC236}">
                <a16:creationId xmlns:a16="http://schemas.microsoft.com/office/drawing/2014/main" id="{E8FC5CC4-1B95-C2AF-7B3A-DE0A711C81E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15562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  <p:sp>
        <p:nvSpPr>
          <p:cNvPr id="5" name="Google Shape;115;p26">
            <a:extLst>
              <a:ext uri="{FF2B5EF4-FFF2-40B4-BE49-F238E27FC236}">
                <a16:creationId xmlns:a16="http://schemas.microsoft.com/office/drawing/2014/main" id="{B3AB3E2F-3119-530B-40C6-CC036A3EDE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707239" y="3576959"/>
            <a:ext cx="2944084" cy="789483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69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>
            <a:extLst>
              <a:ext uri="{FF2B5EF4-FFF2-40B4-BE49-F238E27FC236}">
                <a16:creationId xmlns:a16="http://schemas.microsoft.com/office/drawing/2014/main" id="{066A7356-CEDF-0238-6B03-604C27D4EFD5}"/>
              </a:ext>
            </a:extLst>
          </p:cNvPr>
          <p:cNvSpPr/>
          <p:nvPr/>
        </p:nvSpPr>
        <p:spPr>
          <a:xfrm>
            <a:off x="0" y="0"/>
            <a:ext cx="12192115" cy="208044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222C5F"/>
          </a:solidFill>
          <a:ln w="9528" cap="flat">
            <a:solidFill>
              <a:srgbClr val="5B9BD5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8AF58AD5-714C-A484-E8DB-66CA20420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3884" y="0"/>
            <a:ext cx="9144000" cy="20804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lvl="0"/>
            <a:endParaRPr lang="pt-BR"/>
          </a:p>
        </p:txBody>
      </p:sp>
      <p:grpSp>
        <p:nvGrpSpPr>
          <p:cNvPr id="4" name="Google Shape;8;p1">
            <a:extLst>
              <a:ext uri="{FF2B5EF4-FFF2-40B4-BE49-F238E27FC236}">
                <a16:creationId xmlns:a16="http://schemas.microsoft.com/office/drawing/2014/main" id="{7D4C3B09-6D09-A6F1-66C1-F3FB83DCDEDD}"/>
              </a:ext>
            </a:extLst>
          </p:cNvPr>
          <p:cNvGrpSpPr/>
          <p:nvPr/>
        </p:nvGrpSpPr>
        <p:grpSpPr>
          <a:xfrm>
            <a:off x="3540959" y="5656679"/>
            <a:ext cx="5109840" cy="851041"/>
            <a:chOff x="3540959" y="5656679"/>
            <a:chExt cx="5109840" cy="851041"/>
          </a:xfrm>
        </p:grpSpPr>
        <p:pic>
          <p:nvPicPr>
            <p:cNvPr id="5" name="Google Shape;9;p1" descr="Uma imagem contendo clip-art&#10;&#10;Descrição gerada com muito alta confiança">
              <a:extLst>
                <a:ext uri="{FF2B5EF4-FFF2-40B4-BE49-F238E27FC236}">
                  <a16:creationId xmlns:a16="http://schemas.microsoft.com/office/drawing/2014/main" id="{184DCE31-3D0B-4E55-8004-1C4F85EFC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</a:blip>
            <a:srcRect/>
            <a:stretch>
              <a:fillRect/>
            </a:stretch>
          </p:blipFill>
          <p:spPr>
            <a:xfrm>
              <a:off x="3540959" y="5656679"/>
              <a:ext cx="1772637" cy="851041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6" name="Google Shape;10;p1">
              <a:extLst>
                <a:ext uri="{FF2B5EF4-FFF2-40B4-BE49-F238E27FC236}">
                  <a16:creationId xmlns:a16="http://schemas.microsoft.com/office/drawing/2014/main" id="{1644870E-A2D6-5C40-C8C8-19C0CC33B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</a:blip>
            <a:srcRect l="5422" t="19097" r="7273" b="19097"/>
            <a:stretch>
              <a:fillRect/>
            </a:stretch>
          </p:blipFill>
          <p:spPr>
            <a:xfrm>
              <a:off x="6256077" y="5656679"/>
              <a:ext cx="2394722" cy="851041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Google Shape;11;p1">
            <a:extLst>
              <a:ext uri="{FF2B5EF4-FFF2-40B4-BE49-F238E27FC236}">
                <a16:creationId xmlns:a16="http://schemas.microsoft.com/office/drawing/2014/main" id="{C32C2BF4-F0B6-F8BD-4F57-19856098B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457200" marR="0" lvl="0" indent="-22860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8ABCEB63-0970-6ED8-F6C3-3E05AC1EB3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084" y="1272597"/>
            <a:ext cx="10515600" cy="49042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lvl="0"/>
            <a:endParaRPr lang="pt-BR"/>
          </a:p>
        </p:txBody>
      </p:sp>
      <p:sp>
        <p:nvSpPr>
          <p:cNvPr id="3" name="Google Shape;62;p14">
            <a:extLst>
              <a:ext uri="{FF2B5EF4-FFF2-40B4-BE49-F238E27FC236}">
                <a16:creationId xmlns:a16="http://schemas.microsoft.com/office/drawing/2014/main" id="{1AC80304-6F54-37BA-CFD8-9B95EF8F9FB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pt-BR" sz="1200" b="0" i="0" u="none" strike="noStrike" kern="0" cap="none" spc="0" baseline="0">
                <a:solidFill>
                  <a:srgbClr val="888888"/>
                </a:solidFill>
                <a:uFillTx/>
                <a:latin typeface="Calibri"/>
                <a:ea typeface="Calibri"/>
                <a:cs typeface="Calibri"/>
              </a:defRPr>
            </a:lvl1pPr>
          </a:lstStyle>
          <a:p>
            <a:pPr lvl="0"/>
            <a:fld id="{56F777FA-2A26-4046-B611-51611A8858DE}" type="slidenum">
              <a:t>‹nº›</a:t>
            </a:fld>
            <a:endParaRPr lang="pt-BR"/>
          </a:p>
        </p:txBody>
      </p:sp>
      <p:sp>
        <p:nvSpPr>
          <p:cNvPr id="4" name="Google Shape;63;p14">
            <a:extLst>
              <a:ext uri="{FF2B5EF4-FFF2-40B4-BE49-F238E27FC236}">
                <a16:creationId xmlns:a16="http://schemas.microsoft.com/office/drawing/2014/main" id="{E981D742-FA71-7EE3-72DF-6361AADED787}"/>
              </a:ext>
            </a:extLst>
          </p:cNvPr>
          <p:cNvSpPr/>
          <p:nvPr/>
        </p:nvSpPr>
        <p:spPr>
          <a:xfrm>
            <a:off x="-11521" y="0"/>
            <a:ext cx="10338480" cy="914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0F2168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Google Shape;64;p14">
            <a:extLst>
              <a:ext uri="{FF2B5EF4-FFF2-40B4-BE49-F238E27FC236}">
                <a16:creationId xmlns:a16="http://schemas.microsoft.com/office/drawing/2014/main" id="{620A20F9-4E2F-180F-DC47-6CC3B6BDD54A}"/>
              </a:ext>
            </a:extLst>
          </p:cNvPr>
          <p:cNvSpPr/>
          <p:nvPr/>
        </p:nvSpPr>
        <p:spPr>
          <a:xfrm>
            <a:off x="10327681" y="0"/>
            <a:ext cx="914400" cy="914400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3"/>
                </a:moveTo>
                <a:lnTo>
                  <a:pt x="f2" y="f2"/>
                </a:lnTo>
                <a:lnTo>
                  <a:pt x="f3" y="f3"/>
                </a:lnTo>
                <a:close/>
              </a:path>
            </a:pathLst>
          </a:custGeom>
          <a:solidFill>
            <a:srgbClr val="0F2169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Google Shape;65;p14">
            <a:extLst>
              <a:ext uri="{FF2B5EF4-FFF2-40B4-BE49-F238E27FC236}">
                <a16:creationId xmlns:a16="http://schemas.microsoft.com/office/drawing/2014/main" id="{04FA80BB-B212-B974-9531-B1784A52F482}"/>
              </a:ext>
            </a:extLst>
          </p:cNvPr>
          <p:cNvSpPr txBox="1">
            <a:spLocks noGrp="1"/>
          </p:cNvSpPr>
          <p:nvPr>
            <p:ph type="title" sz="quarter" idx="4294967295"/>
          </p:nvPr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lvl="0"/>
            <a:endParaRPr lang="pt-BR"/>
          </a:p>
        </p:txBody>
      </p:sp>
      <p:pic>
        <p:nvPicPr>
          <p:cNvPr id="7" name="Google Shape;66;p14">
            <a:extLst>
              <a:ext uri="{FF2B5EF4-FFF2-40B4-BE49-F238E27FC236}">
                <a16:creationId xmlns:a16="http://schemas.microsoft.com/office/drawing/2014/main" id="{6F67C269-9632-6EA2-D646-3DAD1DE8FCF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</a:blip>
          <a:srcRect/>
          <a:stretch>
            <a:fillRect/>
          </a:stretch>
        </p:blipFill>
        <p:spPr>
          <a:xfrm>
            <a:off x="11375282" y="77403"/>
            <a:ext cx="718562" cy="75744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Google Shape;67;p14">
            <a:extLst>
              <a:ext uri="{FF2B5EF4-FFF2-40B4-BE49-F238E27FC236}">
                <a16:creationId xmlns:a16="http://schemas.microsoft.com/office/drawing/2014/main" id="{80E941DA-6278-FCB1-AF21-A01C8F9FB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484" y="1604515"/>
            <a:ext cx="10972443" cy="39772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marL="0" marR="0" lvl="0" indent="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</p:titleStyle>
    <p:bodyStyle>
      <a:lvl1pPr marL="457200" marR="0" lvl="0" indent="-228600" algn="l" defTabSz="9144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pt-BR" sz="1800" b="0" i="0" u="none" strike="noStrike" kern="0" cap="none" spc="0" baseline="0">
          <a:solidFill>
            <a:srgbClr val="000000"/>
          </a:solidFill>
          <a:uFillTx/>
          <a:latin typeface="Arial"/>
          <a:ea typeface="Arial"/>
          <a:cs typeface="Arial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pt-BR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0;p27">
            <a:extLst>
              <a:ext uri="{FF2B5EF4-FFF2-40B4-BE49-F238E27FC236}">
                <a16:creationId xmlns:a16="http://schemas.microsoft.com/office/drawing/2014/main" id="{54072B48-346B-AAC4-F32D-767B91133F23}"/>
              </a:ext>
            </a:extLst>
          </p:cNvPr>
          <p:cNvSpPr txBox="1"/>
          <p:nvPr/>
        </p:nvSpPr>
        <p:spPr>
          <a:xfrm>
            <a:off x="1001880" y="2177277"/>
            <a:ext cx="10187997" cy="38437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32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00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Estudo sobre o </a:t>
            </a:r>
            <a:r>
              <a:rPr lang="pt-BR" sz="30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IP EF_TMR32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3000" b="1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16/07/2026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30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2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Responsável:</a:t>
            </a: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2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Felipe Fernandes</a:t>
            </a: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82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21;p27">
            <a:extLst>
              <a:ext uri="{FF2B5EF4-FFF2-40B4-BE49-F238E27FC236}">
                <a16:creationId xmlns:a16="http://schemas.microsoft.com/office/drawing/2014/main" id="{DD49F836-8923-CC83-A7B6-65482811079F}"/>
              </a:ext>
            </a:extLst>
          </p:cNvPr>
          <p:cNvSpPr txBox="1"/>
          <p:nvPr/>
        </p:nvSpPr>
        <p:spPr>
          <a:xfrm>
            <a:off x="1001880" y="0"/>
            <a:ext cx="10187997" cy="20804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60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Laboratório de Excelência em Microeletrônica do Nordeste</a:t>
            </a:r>
            <a:endParaRPr lang="pt-BR" sz="60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22;p27">
            <a:extLst>
              <a:ext uri="{FF2B5EF4-FFF2-40B4-BE49-F238E27FC236}">
                <a16:creationId xmlns:a16="http://schemas.microsoft.com/office/drawing/2014/main" id="{DC3CBB6D-AE3D-751B-D74D-D7A92C5A897B}"/>
              </a:ext>
            </a:extLst>
          </p:cNvPr>
          <p:cNvSpPr/>
          <p:nvPr/>
        </p:nvSpPr>
        <p:spPr>
          <a:xfrm>
            <a:off x="6095884" y="5458684"/>
            <a:ext cx="5624995" cy="117756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FFFFFF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Google Shape;123;p27" descr="A blue and white logo with a sun and a purple banner&#10;&#10;Description automatically generated">
            <a:extLst>
              <a:ext uri="{FF2B5EF4-FFF2-40B4-BE49-F238E27FC236}">
                <a16:creationId xmlns:a16="http://schemas.microsoft.com/office/drawing/2014/main" id="{0079BFC2-314E-00B1-F860-7420DBB890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043760" y="5603040"/>
            <a:ext cx="1019519" cy="103031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8;p28">
            <a:extLst>
              <a:ext uri="{FF2B5EF4-FFF2-40B4-BE49-F238E27FC236}">
                <a16:creationId xmlns:a16="http://schemas.microsoft.com/office/drawing/2014/main" id="{E157E912-5992-77AC-87A5-B4B69F572A9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SUMARIO</a:t>
            </a:r>
            <a:endParaRPr lang="pt-BR" sz="44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29;p28">
            <a:extLst>
              <a:ext uri="{FF2B5EF4-FFF2-40B4-BE49-F238E27FC236}">
                <a16:creationId xmlns:a16="http://schemas.microsoft.com/office/drawing/2014/main" id="{56E3655C-2E26-F394-346F-649EBAD71ADA}"/>
              </a:ext>
            </a:extLst>
          </p:cNvPr>
          <p:cNvSpPr txBox="1"/>
          <p:nvPr/>
        </p:nvSpPr>
        <p:spPr>
          <a:xfrm>
            <a:off x="838075" y="1083774"/>
            <a:ext cx="11353803" cy="502950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SUMARIO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Calibri"/>
                <a:cs typeface="Arial"/>
              </a:rPr>
              <a:t>Introdução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Teste_1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Teste_2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Teste_3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Teste_4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0" i="0" u="none" strike="noStrike" kern="0" cap="none" spc="0" baseline="0" dirty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Teste_5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Teste_6</a:t>
            </a:r>
            <a:endParaRPr lang="pt-BR" sz="2000" b="0" i="0" u="none" strike="noStrike" kern="0" cap="none" spc="0" baseline="0" dirty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1E3C02B4-FEB0-D076-0F4E-04FB71ACE73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3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B81FDC47-F8D0-F11B-CECE-FB9000989A65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3AD1DA6-FB33-B434-5CF5-3D6A8AF8224D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O qu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ser o TMR_32 (EF)?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,Sans-Serif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cs typeface="Arial"/>
              </a:rPr>
              <a:t>Ser um timer de 32 bits. Pertencente a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cs typeface="Arial"/>
              </a:rPr>
              <a:t>Efabless</a:t>
            </a:r>
            <a:endParaRPr lang="pt-BR" sz="2000" kern="0" dirty="0" err="1">
              <a:solidFill>
                <a:srgbClr val="000000"/>
              </a:solidFill>
              <a:latin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SzPts val="990"/>
              <a:buFont typeface="Arial,Sans-Serif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>
                <a:solidFill>
                  <a:srgbClr val="000000"/>
                </a:solidFill>
                <a:latin typeface="Arial"/>
                <a:cs typeface="Arial"/>
              </a:rPr>
              <a:t>Há, nele, o gerador de PWM</a:t>
            </a:r>
            <a:endParaRPr lang="pt-BR"/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 a serventia do timer? **(pode melhorar)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Geração de sinais e controle (PWM)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Monitora travamento do sistema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Gera atrasos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34050-8D06-8C43-FBA6-9C0F814E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A7A43C2A-DE2A-4132-CA05-74E9E8089082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4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6C2BCA81-73EB-8E00-B365-8AC8D78AED82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B681F6F1-52A8-0820-28D5-EC8941CC0DE0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Barramento utilizado: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Fora utilizado o barramento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WishBone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(WB).</a:t>
            </a:r>
          </a:p>
          <a:p>
            <a:pPr marL="1600200" lvl="3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Há um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Handshake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entre os sinais</a:t>
            </a:r>
          </a:p>
          <a:p>
            <a:pPr marL="1600200" lvl="3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 operações ocorrem no aumento do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499A07-D0BA-1059-00CC-C43759847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343" y="2471225"/>
            <a:ext cx="3353091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9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EC135-A66A-3E7F-7B2C-54053C1A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4CDD4FF2-B61A-A37F-B395-B03FC8F82A80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5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E4918E5-9887-0DA2-6EB0-BD6D634F3119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D3EACEC-51C8-CAAF-9586-C16804EFED0C}"/>
              </a:ext>
            </a:extLst>
          </p:cNvPr>
          <p:cNvSpPr txBox="1"/>
          <p:nvPr/>
        </p:nvSpPr>
        <p:spPr>
          <a:xfrm>
            <a:off x="663333" y="1001637"/>
            <a:ext cx="10865101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Modos de contagem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i="0" u="none" strike="noStrike" kern="0" cap="none" spc="0" baseline="0" dirty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UP: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Inicia em zero (crescente) e vai até o limite inserido (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  <a:endParaRPr lang="pt-BR" sz="2000" b="1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Inicia no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 vai até zero.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0 -&gt; </a:t>
            </a: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-&gt; 0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Modos de operação: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Periódico</a:t>
            </a:r>
          </a:p>
          <a:p>
            <a:pPr marL="1143000" lvl="2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636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5BDB5-1D9F-7128-3BA4-52EA1B8B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4DB5BC2C-C1C8-2281-E886-0B4CEFAF7FB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6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3666098-D182-AF24-C5D5-F2243C1E1890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6421AF3-7169-65A3-C579-55493E27163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PWM, como é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Canais de PWM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Há canais independentes (pwm0 e pwm1).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Exemplo de configuração PWM.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PWM_fault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0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Registros: PWMDT e PWMFC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  <a:buSzPts val="99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258660-1F8C-EA49-F759-83F09507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854" y="3137764"/>
            <a:ext cx="5259580" cy="245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9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18197-EBBA-E650-2EEF-BDC5CBB7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C81FB10-474C-6484-8588-1B32C775805C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7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F58753C2-0BE6-58FC-990A-EDDEA1618FD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C716703E-CDF9-5CEB-9025-5D5A248CD5A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Flags de interrupção: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Também há o IRQ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 os registradores MIS, RIS e IC 	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4D5C24-1209-4056-07F0-96B4092BE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469" y="1590688"/>
            <a:ext cx="4572396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4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B882F-2B38-E3C2-6BCD-5273C02F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09D69C1D-2854-57B3-12C7-0F5798A21E95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8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FCAAC5C-B4FE-7B8F-04F7-9E55C12A7F05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3DFB0B4-721A-6D46-B6C6-895C591F765E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Banco de registradores: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Ao lado, temos banco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 cada registador, há um mapa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849BAC-06C1-037C-A299-D8CA715D7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800" y="1050151"/>
            <a:ext cx="4745276" cy="537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87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D93AB-10A2-9A37-02B1-FDDFAF6CE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961A97D8-C344-EA4C-B75F-BCE1636E545A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9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3E942FA8-80E2-2A9A-1994-CCD43E3A40AB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B6C444B0-F669-DE15-3FA6-079008DFD2B3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Mapa de registradores: TMR, RELOAD, PR, CMPX, CMPY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Eles podem utilizar todos os campos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80A0B9F-8BDE-D117-4111-0128BC605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5" y="2990850"/>
            <a:ext cx="82867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5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191C8-3C71-408B-9A0C-290A6C1E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B81D535A-C4BC-21BA-DB8A-5617F3FD2086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10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B3B04459-B210-FF6D-228B-C5B4D22CF57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8A48026A-1420-2D4E-C13E-FF4956D86B2E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Mapa de registradores: CTRL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16D582-68E3-5313-CC56-8CE283850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57" y="1716942"/>
            <a:ext cx="5279412" cy="21562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9E8797F-93D9-E989-48F2-59C9D50AA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760" y="4514850"/>
            <a:ext cx="83248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19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D187A-CFA7-45D4-4C78-3642692E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4A0D442F-182A-5A97-FD3F-B96D340DC19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11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098493CE-799D-704E-5D67-2499A56359A4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0706F2E0-FC12-6A11-6164-ACB1699ABE5A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Mapa de registradores: CFG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FC770DD-A61E-96BD-63F8-F0392D53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72" y="1910123"/>
            <a:ext cx="6191250" cy="12192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5D4BBB3-4253-383A-E16C-61485DAA5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37" y="4023273"/>
            <a:ext cx="83153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64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94A24-B0E0-8C50-AD60-A9462DAD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016D90F3-DE6F-25DC-2B06-42CB684ED3CC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12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28BD9AB9-556A-A258-64BB-D94096CC7905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0F6E2B57-A4E8-AE98-CA6E-F66929FC33C5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Mapa de registradores: PWM0CFG e PWM1CFG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A71998-B4B5-7744-27A6-B6C24B5AA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5090992"/>
            <a:ext cx="8248650" cy="8382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1515A28-44FD-14AB-D1D8-1EF95EBC9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86" y="1666995"/>
            <a:ext cx="6797329" cy="305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616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A0E2C-DA6A-8D94-0259-1B8B716A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9156C4F5-F236-AAE0-3687-B930C1F4D94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13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FC5475FD-F95E-84F8-6997-400D3F12EDF6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Introdução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1CEE13E8-25D1-C6B0-51D3-56693D65554E}"/>
              </a:ext>
            </a:extLst>
          </p:cNvPr>
          <p:cNvSpPr txBox="1"/>
          <p:nvPr/>
        </p:nvSpPr>
        <p:spPr>
          <a:xfrm>
            <a:off x="355972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Mapa de registradores: PWMDT, PWMCF e GCLK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3E6186B-DEC3-76C0-4C03-6F1711A13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58" y="1988804"/>
            <a:ext cx="8277225" cy="8953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3B76E80-EED0-B630-8927-BE6C64A7E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116" y="3429560"/>
            <a:ext cx="8267700" cy="8953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E7D1CF3-8985-044B-AAFA-0CF8D0E34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022" y="4977693"/>
            <a:ext cx="829627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7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C74CD-9619-450C-48A2-CEFEFA5B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8EEC6036-108D-0834-25A0-8B3FB783133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14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612687B0-79DE-3A4A-09A6-41FC756F08D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C3F7078A-9F1D-F2ED-AC6B-8BC1609BE722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 todos os testes_1, foi usado a seguinte configuração: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 = 0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15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que varia é o CFG	</a:t>
            </a:r>
          </a:p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944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5676B-B227-B567-4531-C71339F3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7290C5A-3FB6-01EB-D985-193E1385015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15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28C89893-D361-462B-8E66-370FD466F9E8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9906C73-9EDE-63B0-6E6E-CFE4E1BC30C9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Periódico crescente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5ABAD4E-3869-67F3-AC2B-4B3B504EA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57" y="1528007"/>
            <a:ext cx="9290291" cy="53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0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4F5A3-CBCB-F461-F11E-DE48B9B0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83DF24C6-3454-DAA2-6814-29828B74C510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16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A01A4808-C925-C427-050E-7F498078303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1F3AF67F-BBB2-5B00-5493-96F3649C6FE7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Periódico decrescente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F64280-075E-2593-4EAE-E772EC8CF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620" y="1478482"/>
            <a:ext cx="8868697" cy="537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39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80C2F-A129-5B34-D753-E39B27FB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A9C0D978-DF12-E3ED-B480-9D578629C19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17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E6D6206-2C14-8FC6-860A-A328DAA204F6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D977B0DA-6715-2717-723E-D5C113DB6440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 periódico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29199D-C33F-AD06-A680-5FA9930841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820" y="1449684"/>
            <a:ext cx="9413313" cy="5396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01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71EB4-DBD8-2A96-9472-A22A3408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BBDBDAD7-9917-1994-4C5C-55623EE447C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18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4AADA1B3-A6C9-8B82-97E5-E45540DCE697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934BCAB6-3E84-754E-BBB4-D7761103FE7C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/Down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24E820-7C12-FA3D-9461-8DB715B2F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1484030"/>
            <a:ext cx="9372485" cy="53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52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852CC-5C91-51D8-AE90-F9EBE11AC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F9A2D533-9B5B-6C99-67D4-8EADC05AAD65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19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9E4B468D-33E0-2940-93FB-4E2EC349F8BD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68055337-E36E-345A-AACE-633AFE5F15C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  <a:endParaRPr lang="pt-BR" sz="22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C337D6-AA6D-7292-6282-65A681D94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792" y="1503865"/>
            <a:ext cx="9352065" cy="535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4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E80C-F685-7CEB-173A-7A57AD63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6938D7DE-7DCE-C405-C6A8-F301CF44F337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20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D2290E5A-90DA-C1FA-F39A-2C3D5385E744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03A488E7-7350-9DBD-C7D2-674F33C443C4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Teste_1: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-Shot Down</a:t>
            </a:r>
          </a:p>
          <a:p>
            <a:pPr marL="685800" lvl="1" indent="-228600">
              <a:lnSpc>
                <a:spcPct val="150000"/>
              </a:lnSpc>
              <a:buClr>
                <a:srgbClr val="000000"/>
              </a:buClr>
              <a:buSzPts val="99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3ED5A1-CCF7-154B-AD58-56E8702DF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22" y="1536703"/>
            <a:ext cx="9317754" cy="532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32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72BDB-A407-EE83-0AEE-78B57C84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BDD6DA66-6744-8EA8-3D95-3EBF677B36B4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21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9820D746-1FFE-BEA1-654C-6D8FC162A7B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8DCE7908-8CE1-B2F0-CAA9-E258AC37FFE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Matchy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(CMPY)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223D3E-2E21-3630-86D9-053ABC7CE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778" y="1534328"/>
            <a:ext cx="9345906" cy="53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9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71543-C46D-D42A-FDB1-E4A4A601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123DEC5A-8B58-D6EA-38DA-1225C1AC8C8B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22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4E81D63-6A27-04B6-C720-42F6864893B3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37D2F08C-BA54-D8EB-3E15-9D0ACAE13203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Matchx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(CMPX)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A9ADEA3-84C4-AB44-EB8A-8B8134E2B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278" y="1596196"/>
            <a:ext cx="9004562" cy="526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97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9FCD1-14E1-12EE-6615-9E8AA387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7E6C8D7A-9649-5253-212F-59F85D873769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23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D0517C72-E11C-8725-C582-F7FAA61A518C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9CA797E8-D7AB-997E-1635-573ABA2A81D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Teste_2: </a:t>
            </a:r>
            <a:r>
              <a:rPr lang="pt-BR" sz="2200" b="1" kern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MatchTO</a:t>
            </a: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(TO)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310D4C-1F10-DAA9-EA79-5DB5443DC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286" y="1581290"/>
            <a:ext cx="9229916" cy="527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30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631C1-88A5-D606-8725-E9F4FE1F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485CDD0-54C8-DC06-8CDD-493F16635DC8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24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09C74DF6-EA06-F6B3-5F9E-4976BCDAD58F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ABDC507C-81C4-2022-6771-1AB58F77B61A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Teste_3: GCLK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AA7328-B634-A213-8777-113E11308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44" y="1520299"/>
            <a:ext cx="9348640" cy="533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99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12A06-04E5-264A-6A99-D95AA7F4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FBDAD264-289A-A34A-AB01-8F6C071E91FE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25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453BB6BC-59F1-A2C5-C1B6-1D6C787720C1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6BE3DEBE-FB8E-AC65-A2B2-DCE39EB74BF1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2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CF645C4-C90B-B563-8BB5-D16279797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90" y="1535366"/>
            <a:ext cx="9313518" cy="53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7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DDFF0-51FF-055E-7F31-C23BCE70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E11A5674-3010-BED1-8AC6-E8BCBA1FE8BF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26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E7B1BB69-D7D1-A8E7-89BF-BA27AE9A846B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BAB99FFD-F47A-830A-5DE0-9620DEFFC981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5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3724BF4-A9C6-E6F3-708A-D5628A4EA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851" y="1492877"/>
            <a:ext cx="9234833" cy="529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22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C1E72-7672-3AC3-6912-F2F252E0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33">
            <a:extLst>
              <a:ext uri="{FF2B5EF4-FFF2-40B4-BE49-F238E27FC236}">
                <a16:creationId xmlns:a16="http://schemas.microsoft.com/office/drawing/2014/main" id="{250A39AE-0B5C-75A6-0BA8-552DB6B698E2}"/>
              </a:ext>
            </a:extLst>
          </p:cNvPr>
          <p:cNvSpPr txBox="1"/>
          <p:nvPr/>
        </p:nvSpPr>
        <p:spPr>
          <a:xfrm>
            <a:off x="8610484" y="6356515"/>
            <a:ext cx="2743200" cy="36503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D4B79-8E2E-4E92-A67C-2C94D96CEBB6}" type="slidenum">
              <a:rPr/>
              <a:t>27</a:t>
            </a:fld>
            <a:endParaRPr lang="pt-BR" sz="12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64;p33">
            <a:extLst>
              <a:ext uri="{FF2B5EF4-FFF2-40B4-BE49-F238E27FC236}">
                <a16:creationId xmlns:a16="http://schemas.microsoft.com/office/drawing/2014/main" id="{17DEF4FA-3FFA-CB79-57B8-14073FB55293}"/>
              </a:ext>
            </a:extLst>
          </p:cNvPr>
          <p:cNvSpPr txBox="1"/>
          <p:nvPr/>
        </p:nvSpPr>
        <p:spPr>
          <a:xfrm>
            <a:off x="838084" y="0"/>
            <a:ext cx="10515600" cy="9144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400" b="0" i="0" u="none" strike="noStrike" kern="0" cap="none" spc="0" baseline="0" dirty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Resultados</a:t>
            </a:r>
            <a:endParaRPr lang="pt-BR" sz="4400" b="0" i="0" u="none" strike="noStrike" kern="0" cap="none" spc="0" baseline="0" dirty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4" name="Google Shape;165;p33">
            <a:extLst>
              <a:ext uri="{FF2B5EF4-FFF2-40B4-BE49-F238E27FC236}">
                <a16:creationId xmlns:a16="http://schemas.microsoft.com/office/drawing/2014/main" id="{233F4CD4-41A3-E97A-1C87-6B9AA52AED6F}"/>
              </a:ext>
            </a:extLst>
          </p:cNvPr>
          <p:cNvSpPr txBox="1"/>
          <p:nvPr/>
        </p:nvSpPr>
        <p:spPr>
          <a:xfrm>
            <a:off x="663333" y="1001637"/>
            <a:ext cx="11243532" cy="55373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t" anchorCtr="0" compatLnSpc="1">
            <a:normAutofit/>
          </a:bodyPr>
          <a:lstStyle/>
          <a:p>
            <a:pPr marL="228600" marR="0" lvl="0" indent="-22860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200" b="1" kern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Teste_4: PR = 10</a:t>
            </a:r>
            <a:endParaRPr lang="pt-BR" sz="2000" b="1" kern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5CF365-E088-25F9-1483-DBD96B0EC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653" y="1536475"/>
            <a:ext cx="9317031" cy="532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6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2;p37">
            <a:extLst>
              <a:ext uri="{FF2B5EF4-FFF2-40B4-BE49-F238E27FC236}">
                <a16:creationId xmlns:a16="http://schemas.microsoft.com/office/drawing/2014/main" id="{928F2648-6B44-270B-1F0A-1C4F0C60A5CD}"/>
              </a:ext>
            </a:extLst>
          </p:cNvPr>
          <p:cNvSpPr txBox="1"/>
          <p:nvPr/>
        </p:nvSpPr>
        <p:spPr>
          <a:xfrm>
            <a:off x="1523884" y="0"/>
            <a:ext cx="9144000" cy="208044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21" tIns="45701" rIns="91421" bIns="45701" anchor="ctr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6000" b="0" i="0" u="none" strike="noStrike" kern="0" cap="none" spc="0" baseline="0">
                <a:solidFill>
                  <a:srgbClr val="FFFFFF"/>
                </a:solidFill>
                <a:uFillTx/>
                <a:latin typeface="Calibri"/>
                <a:ea typeface="Calibri"/>
                <a:cs typeface="Calibri"/>
              </a:rPr>
              <a:t>Obrigado!</a:t>
            </a:r>
            <a:endParaRPr lang="pt-BR" sz="6000" b="0" i="0" u="none" strike="noStrike" kern="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Google Shape;193;p37">
            <a:extLst>
              <a:ext uri="{FF2B5EF4-FFF2-40B4-BE49-F238E27FC236}">
                <a16:creationId xmlns:a16="http://schemas.microsoft.com/office/drawing/2014/main" id="{ED55C0DC-0603-0822-53F6-A6A1E9D5E13A}"/>
              </a:ext>
            </a:extLst>
          </p:cNvPr>
          <p:cNvSpPr/>
          <p:nvPr/>
        </p:nvSpPr>
        <p:spPr>
          <a:xfrm>
            <a:off x="6095884" y="5458684"/>
            <a:ext cx="5624995" cy="117756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close/>
              </a:path>
            </a:pathLst>
          </a:custGeom>
          <a:solidFill>
            <a:srgbClr val="FFFFFF"/>
          </a:solidFill>
          <a:ln w="12600" cap="flat">
            <a:solidFill>
              <a:srgbClr val="FFFFFF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4" name="Google Shape;194;p37" descr="A blue and white logo with a sun and a purple banner&#10;&#10;Description automatically generated">
            <a:extLst>
              <a:ext uri="{FF2B5EF4-FFF2-40B4-BE49-F238E27FC236}">
                <a16:creationId xmlns:a16="http://schemas.microsoft.com/office/drawing/2014/main" id="{3226BB45-9DDA-D741-D057-2D3A450EC2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043760" y="5603040"/>
            <a:ext cx="1019519" cy="103031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799</Words>
  <Application>Microsoft Office PowerPoint</Application>
  <PresentationFormat>Widescreen</PresentationFormat>
  <Paragraphs>188</Paragraphs>
  <Slides>28</Slides>
  <Notes>28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0" baseType="lpstr"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Túlio tavares</dc:creator>
  <cp:lastModifiedBy>Felipe Fernandes</cp:lastModifiedBy>
  <cp:revision>111</cp:revision>
  <dcterms:modified xsi:type="dcterms:W3CDTF">2026-07-16T20:43:28Z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0x010100A4248B6C51D7BD42AF67BA348AE8D50D</vt:lpwstr>
  </property>
</Properties>
</file>